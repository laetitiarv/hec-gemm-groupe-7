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Partie 1, présentée par Serge (Marketing) : la philosophie de Pop Tables.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Pop Tables ne vend ni une table, ni un menu, ni un lieu. Chaque soirée réunit trois raretés : un chef que l’on ne peut pas goûter dans la ville, un restaurant d’exception ouvert le seul soir où il est fermé au public, et un vigneron invité. La combinaison ne se reproduira jamais : celui qui était là a vécu ce que personne d’autre ne vivra. C’est ce qui rend l’offre impossible à copier et impossible à réserver ailleurs.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Partie 2, présentée par Serge (Marketing) : description du projet, irritants des clients et plan marketing.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Nos clients sont souvent privilégiés, mais ce n’est pas l’essentiel. Ce qui les réunit, c’est un profil psychologique de rebelle : ils font ce qu’ils ont envie de faire, sans qu’on leur impose des règles, et peu leur importe que cela plaise ou non aux autres. Ils aiment être entourés de nombreux amis, sont généreux et aiment faire plaisir : ils reçoivent, ils offrent, ils partagent. Pop Tables leur répond en cassant les règles du restaurant : un lieu fermé qui ouvre pour eux, un chef qui n’est pas là d’habitude, une soirée qui ne se rejouera pas. Deux façons d’acheter : la place à l’unité, vendue en drop, qui porte l’image et la notoriété ; la privatisation, pour un groupe ou une entreprise, qui porte l’essentiel du chiffre d’affaires. Les cibles B2B sont détaillées en partie 4.</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drop est le moteur de la communication, de l’image et de la notoriété : chaque soirée montre ce que la marque sait faire et nourrit la demande de privatisations. Les privatisations portent l’essentiel du chiffre d’affaires : 78 % en années 2 et 3 dans le budget de la Finance. Les soirées de janvier et février 2027 sont des pilotes non annoncées ; la soirée de lancement à Lapérouse, en mars 2027, précède le premier drop public.</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17 Page vierge">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01 Couverture — avec photo">
    <p:bg>
      <p:bgPr>
        <a:solidFill>
          <a:srgbClr val="1E1B2E"/>
        </a:solidFill>
      </p:bgPr>
    </p:bg>
    <p:spTree>
      <p:nvGrpSpPr>
        <p:cNvPr id="1" name=""/>
        <p:cNvGrpSpPr/>
        <p:nvPr/>
      </p:nvGrpSpPr>
      <p:grpSpPr>
        <a:xfrm>
          <a:off x="0" y="0"/>
          <a:ext cx="0" cy="0"/>
          <a:chOff x="0" y="0"/>
          <a:chExt cx="0" cy="0"/>
        </a:xfrm>
      </p:grpSpPr>
      <p:sp>
        <p:nvSpPr>
          <p:cNvPr id="2" name="Shape 0"/>
          <p:cNvSpPr/>
          <p:nvPr/>
        </p:nvSpPr>
        <p:spPr>
          <a:xfrm>
            <a:off x="5120640" y="0"/>
            <a:ext cx="7071055" cy="6858000"/>
          </a:xfrm>
          <a:prstGeom prst="rect">
            <a:avLst/>
          </a:prstGeom>
          <a:solidFill>
            <a:srgbClr val="DDD3C1"/>
          </a:solidFill>
          <a:ln w="12700">
            <a:solidFill>
              <a:srgbClr val="DDD3C1"/>
            </a:solidFill>
            <a:prstDash val="solid"/>
          </a:ln>
        </p:spPr>
      </p:sp>
      <p:sp>
        <p:nvSpPr>
          <p:cNvPr id="3" name="Photo de couverture"/>
          <p:cNvSpPr/>
          <p:nvPr>
            <p:ph type="pic" idx="101" hasCustomPrompt="1"/>
          </p:nvPr>
        </p:nvSpPr>
        <p:spPr>
          <a:xfrm>
            <a:off x="5120640" y="0"/>
            <a:ext cx="7071055" cy="6858000"/>
          </a:xfrm>
          <a:prstGeom prst="rect">
            <a:avLst/>
          </a:prstGeom>
          <a:noFill/>
          <a:ln/>
        </p:spPr>
        <p:txBody>
          <a:bodyPr wrap="square" rtlCol="0"/>
          <a:lstStyle>
            <a:lvl1pPr algn="l" indent="0" marL="0">
              <a:buNone/>
              <a:defRPr lang="en-US" sz="1100" dirty="0">
                <a:solidFill>
                  <a:srgbClr val="6B6670"/>
                </a:solidFill>
                <a:latin typeface="Montserrat" pitchFamily="34" charset="0"/>
                <a:ea typeface="Montserrat" pitchFamily="34" charset="-122"/>
                <a:cs typeface="Montserrat" pitchFamily="34" charset="-120"/>
              </a:defRPr>
            </a:lvl1pPr>
          </a:lstStyle>
          <a:p>
            <a:pPr algn="l" indent="0" marL="0">
              <a:buNone/>
            </a:pPr>
            <a:r>
              <a:rPr lang="en-US" sz="1100" dirty="0">
                <a:solidFill>
                  <a:srgbClr val="6B6670"/>
                </a:solidFill>
                <a:latin typeface="Montserrat" pitchFamily="34" charset="0"/>
                <a:ea typeface="Montserrat" pitchFamily="34" charset="-122"/>
                <a:cs typeface="Montserrat" pitchFamily="34" charset="-120"/>
              </a:rPr>
              <a:t>Insérer une image</a:t>
            </a:r>
            <a:endParaRPr lang="en-US" sz="1100" dirty="0"/>
          </a:p>
        </p:txBody>
      </p:sp>
      <p:sp>
        <p:nvSpPr>
          <p:cNvPr id="4" name="Shape 1"/>
          <p:cNvSpPr/>
          <p:nvPr/>
        </p:nvSpPr>
        <p:spPr>
          <a:xfrm>
            <a:off x="5120640" y="0"/>
            <a:ext cx="73152" cy="6858000"/>
          </a:xfrm>
          <a:prstGeom prst="rect">
            <a:avLst/>
          </a:prstGeom>
          <a:solidFill>
            <a:srgbClr val="C2432B"/>
          </a:solidFill>
          <a:ln w="12700">
            <a:solidFill>
              <a:srgbClr val="C2432B"/>
            </a:solidFill>
            <a:prstDash val="solid"/>
          </a:ln>
        </p:spPr>
      </p:sp>
      <p:sp>
        <p:nvSpPr>
          <p:cNvPr id="5" name="Text 2"/>
          <p:cNvSpPr/>
          <p:nvPr/>
        </p:nvSpPr>
        <p:spPr>
          <a:xfrm>
            <a:off x="640080" y="548640"/>
            <a:ext cx="3657600" cy="274320"/>
          </a:xfrm>
          <a:prstGeom prst="rect">
            <a:avLst/>
          </a:prstGeom>
          <a:noFill/>
          <a:ln/>
        </p:spPr>
        <p:txBody>
          <a:bodyPr wrap="square" lIns="0" tIns="0" rIns="0" bIns="0" rtlCol="0" anchor="ctr"/>
          <a:lstStyle/>
          <a:p>
            <a:pPr indent="0" marL="0">
              <a:buNone/>
            </a:pPr>
            <a:r>
              <a:rPr lang="en-US" sz="1000" b="1" spc="500" kern="0" dirty="0">
                <a:solidFill>
                  <a:srgbClr val="F4EEE3"/>
                </a:solidFill>
                <a:latin typeface="Montserrat" pitchFamily="34" charset="0"/>
                <a:ea typeface="Montserrat" pitchFamily="34" charset="-122"/>
                <a:cs typeface="Montserrat" pitchFamily="34" charset="-120"/>
              </a:rPr>
              <a:t>POPTABLES</a:t>
            </a:r>
            <a:endParaRPr lang="en-US" sz="1000" dirty="0"/>
          </a:p>
        </p:txBody>
      </p:sp>
      <p:sp>
        <p:nvSpPr>
          <p:cNvPr id="6" name="Shape 3"/>
          <p:cNvSpPr/>
          <p:nvPr/>
        </p:nvSpPr>
        <p:spPr>
          <a:xfrm>
            <a:off x="640080" y="960120"/>
            <a:ext cx="146304" cy="146304"/>
          </a:xfrm>
          <a:prstGeom prst="rect">
            <a:avLst/>
          </a:prstGeom>
          <a:solidFill>
            <a:srgbClr val="C8963A"/>
          </a:solidFill>
          <a:ln w="12700">
            <a:solidFill>
              <a:srgbClr val="C8963A"/>
            </a:solidFill>
            <a:prstDash val="solid"/>
          </a:ln>
        </p:spPr>
      </p:sp>
      <p:sp>
        <p:nvSpPr>
          <p:cNvPr id="7" name="Text 4"/>
          <p:cNvSpPr/>
          <p:nvPr/>
        </p:nvSpPr>
        <p:spPr>
          <a:xfrm>
            <a:off x="859536" y="960120"/>
            <a:ext cx="146304" cy="146304"/>
          </a:xfrm>
          <a:prstGeom prst="ellipse">
            <a:avLst/>
          </a:prstGeom>
          <a:solidFill>
            <a:srgbClr val="C2432B"/>
          </a:solidFill>
          <a:ln>
            <a:solidFill>
              <a:srgbClr val="C2432B"/>
            </a:solidFill>
          </a:ln>
        </p:spPr>
        <p:txBody>
          <a:bodyPr wrap="square" rtlCol="0" anchor="ctr"/>
          <a:lstStyle/>
          <a:p>
            <a:pPr indent="0" marL="0">
              <a:buNone/>
            </a:pPr>
            <a:endParaRPr lang="en-US" dirty="0"/>
          </a:p>
        </p:txBody>
      </p:sp>
      <p:sp>
        <p:nvSpPr>
          <p:cNvPr id="8" name="Text 5"/>
          <p:cNvSpPr/>
          <p:nvPr/>
        </p:nvSpPr>
        <p:spPr>
          <a:xfrm>
            <a:off x="1078992" y="960120"/>
            <a:ext cx="146304" cy="146304"/>
          </a:xfrm>
          <a:prstGeom prst="triangle">
            <a:avLst/>
          </a:prstGeom>
          <a:solidFill>
            <a:srgbClr val="8FA593"/>
          </a:solidFill>
          <a:ln>
            <a:solidFill>
              <a:srgbClr val="8FA593"/>
            </a:solidFill>
          </a:ln>
        </p:spPr>
        <p:txBody>
          <a:bodyPr wrap="square" rtlCol="0" anchor="ctr"/>
          <a:lstStyle/>
          <a:p>
            <a:pPr indent="0" marL="0">
              <a:buNone/>
            </a:pPr>
            <a:endParaRPr lang="en-US" dirty="0"/>
          </a:p>
        </p:txBody>
      </p:sp>
      <p:sp>
        <p:nvSpPr>
          <p:cNvPr id="9" name="Titre"/>
          <p:cNvSpPr/>
          <p:nvPr>
            <p:ph idx="107" type="title" hasCustomPrompt="1"/>
          </p:nvPr>
        </p:nvSpPr>
        <p:spPr>
          <a:xfrm>
            <a:off x="640080" y="2103120"/>
            <a:ext cx="4114800" cy="2011680"/>
          </a:xfrm>
          <a:prstGeom prst="rect">
            <a:avLst/>
          </a:prstGeom>
          <a:noFill/>
          <a:ln/>
        </p:spPr>
        <p:txBody>
          <a:bodyPr wrap="square" rtlCol="0"/>
          <a:lstStyle>
            <a:lvl1pPr algn="l" indent="0" marL="0">
              <a:buNone/>
              <a:defRPr lang="en-US" sz="4000" dirty="0">
                <a:solidFill>
                  <a:srgbClr val="F4EEE3"/>
                </a:solidFill>
                <a:latin typeface="Playfair Display" pitchFamily="34" charset="0"/>
                <a:ea typeface="Playfair Display" pitchFamily="34" charset="-122"/>
                <a:cs typeface="Playfair Display" pitchFamily="34" charset="-120"/>
              </a:defRPr>
            </a:lvl1pPr>
          </a:lstStyle>
          <a:p>
            <a:pPr algn="l" indent="0" marL="0">
              <a:buNone/>
            </a:pPr>
            <a:r>
              <a:rPr lang="en-US" sz="4000" dirty="0">
                <a:solidFill>
                  <a:srgbClr val="F4EEE3"/>
                </a:solidFill>
                <a:latin typeface="Playfair Display" pitchFamily="34" charset="0"/>
                <a:ea typeface="Playfair Display" pitchFamily="34" charset="-122"/>
                <a:cs typeface="Playfair Display" pitchFamily="34" charset="-120"/>
              </a:rPr>
              <a:t>Titre de la présentation</a:t>
            </a:r>
            <a:endParaRPr lang="en-US" sz="4000" dirty="0"/>
          </a:p>
        </p:txBody>
      </p:sp>
      <p:sp>
        <p:nvSpPr>
          <p:cNvPr id="10" name="Sous-titre"/>
          <p:cNvSpPr/>
          <p:nvPr>
            <p:ph idx="108" type="body" hasCustomPrompt="1"/>
          </p:nvPr>
        </p:nvSpPr>
        <p:spPr>
          <a:xfrm>
            <a:off x="640080" y="4297680"/>
            <a:ext cx="4023360" cy="822960"/>
          </a:xfrm>
          <a:prstGeom prst="rect">
            <a:avLst/>
          </a:prstGeom>
          <a:noFill/>
          <a:ln/>
        </p:spPr>
        <p:txBody>
          <a:bodyPr wrap="square" rtlCol="0"/>
          <a:lstStyle>
            <a:lvl1pPr algn="l" indent="0" marL="0">
              <a:buNone/>
              <a:defRPr lang="en-US" sz="1400" dirty="0">
                <a:solidFill>
                  <a:srgbClr val="D9D2E3"/>
                </a:solidFill>
                <a:latin typeface="Montserrat" pitchFamily="34" charset="0"/>
                <a:ea typeface="Montserrat" pitchFamily="34" charset="-122"/>
                <a:cs typeface="Montserrat" pitchFamily="34" charset="-120"/>
              </a:defRPr>
            </a:lvl1pPr>
          </a:lstStyle>
          <a:p>
            <a:pPr algn="l" indent="0" marL="0">
              <a:buNone/>
            </a:pPr>
            <a:r>
              <a:rPr lang="en-US" sz="1400" dirty="0">
                <a:solidFill>
                  <a:srgbClr val="D9D2E3"/>
                </a:solidFill>
                <a:latin typeface="Montserrat" pitchFamily="34" charset="0"/>
                <a:ea typeface="Montserrat" pitchFamily="34" charset="-122"/>
                <a:cs typeface="Montserrat" pitchFamily="34" charset="-120"/>
              </a:rPr>
              <a:t>Sous-titre ou promesse</a:t>
            </a:r>
            <a:endParaRPr lang="en-US" sz="1400" dirty="0"/>
          </a:p>
        </p:txBody>
      </p:sp>
      <p:sp>
        <p:nvSpPr>
          <p:cNvPr id="11" name="Date"/>
          <p:cNvSpPr/>
          <p:nvPr>
            <p:ph idx="109" type="body" hasCustomPrompt="1"/>
          </p:nvPr>
        </p:nvSpPr>
        <p:spPr>
          <a:xfrm>
            <a:off x="640080" y="6035040"/>
            <a:ext cx="4023360" cy="274320"/>
          </a:xfrm>
          <a:prstGeom prst="rect">
            <a:avLst/>
          </a:prstGeom>
          <a:noFill/>
          <a:ln/>
        </p:spPr>
        <p:txBody>
          <a:bodyPr wrap="square" rtlCol="0"/>
          <a:lstStyle>
            <a:lvl1pPr algn="l" indent="0" marL="0">
              <a:buNone/>
              <a:defRPr lang="en-US" sz="900" b="1" spc="300" kern="0" dirty="0">
                <a:solidFill>
                  <a:srgbClr val="C8963A"/>
                </a:solidFill>
                <a:latin typeface="Montserrat" pitchFamily="34" charset="0"/>
                <a:ea typeface="Montserrat" pitchFamily="34" charset="-122"/>
                <a:cs typeface="Montserrat" pitchFamily="34" charset="-120"/>
              </a:defRPr>
            </a:lvl1pPr>
          </a:lstStyle>
          <a:p>
            <a:pPr algn="l" indent="0" marL="0">
              <a:buNone/>
            </a:pPr>
            <a:r>
              <a:rPr lang="en-US" sz="900" b="1" spc="300" kern="0" dirty="0">
                <a:solidFill>
                  <a:srgbClr val="C8963A"/>
                </a:solidFill>
                <a:latin typeface="Montserrat" pitchFamily="34" charset="0"/>
                <a:ea typeface="Montserrat" pitchFamily="34" charset="-122"/>
                <a:cs typeface="Montserrat" pitchFamily="34" charset="-120"/>
              </a:rPr>
              <a:t>LIEU · DATE</a:t>
            </a:r>
            <a:endParaRPr lang="en-US" sz="9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02 Couverture — typographique">
    <p:bg>
      <p:bgPr>
        <a:solidFill>
          <a:srgbClr val="1E1B2E"/>
        </a:solidFill>
      </p:bgPr>
    </p:bg>
    <p:spTree>
      <p:nvGrpSpPr>
        <p:cNvPr id="1" name=""/>
        <p:cNvGrpSpPr/>
        <p:nvPr/>
      </p:nvGrpSpPr>
      <p:grpSpPr>
        <a:xfrm>
          <a:off x="0" y="0"/>
          <a:ext cx="0" cy="0"/>
          <a:chOff x="0" y="0"/>
          <a:chExt cx="0" cy="0"/>
        </a:xfrm>
      </p:grpSpPr>
      <p:sp>
        <p:nvSpPr>
          <p:cNvPr id="2" name="Shape 0"/>
          <p:cNvSpPr/>
          <p:nvPr/>
        </p:nvSpPr>
        <p:spPr>
          <a:xfrm>
            <a:off x="7498080" y="1097280"/>
            <a:ext cx="3840480" cy="3840480"/>
          </a:xfrm>
          <a:prstGeom prst="rect">
            <a:avLst/>
          </a:prstGeom>
          <a:solidFill>
            <a:srgbClr val="2A2640"/>
          </a:solidFill>
          <a:ln w="12700">
            <a:solidFill>
              <a:srgbClr val="2A2640"/>
            </a:solidFill>
            <a:prstDash val="solid"/>
          </a:ln>
        </p:spPr>
      </p:sp>
      <p:sp>
        <p:nvSpPr>
          <p:cNvPr id="3" name="Shape 1"/>
          <p:cNvSpPr/>
          <p:nvPr/>
        </p:nvSpPr>
        <p:spPr>
          <a:xfrm>
            <a:off x="7498080" y="3749040"/>
            <a:ext cx="640080" cy="640080"/>
          </a:xfrm>
          <a:prstGeom prst="rect">
            <a:avLst/>
          </a:prstGeom>
          <a:solidFill>
            <a:srgbClr val="C2432B"/>
          </a:solidFill>
          <a:ln w="12700">
            <a:solidFill>
              <a:srgbClr val="C2432B"/>
            </a:solidFill>
            <a:prstDash val="solid"/>
          </a:ln>
        </p:spPr>
      </p:sp>
      <p:sp>
        <p:nvSpPr>
          <p:cNvPr id="4" name="Shape 2"/>
          <p:cNvSpPr/>
          <p:nvPr/>
        </p:nvSpPr>
        <p:spPr>
          <a:xfrm>
            <a:off x="8138160" y="3749040"/>
            <a:ext cx="640080" cy="640080"/>
          </a:xfrm>
          <a:prstGeom prst="rect">
            <a:avLst/>
          </a:prstGeom>
          <a:solidFill>
            <a:srgbClr val="F4EEE3"/>
          </a:solidFill>
          <a:ln w="12700">
            <a:solidFill>
              <a:srgbClr val="F4EEE3"/>
            </a:solidFill>
            <a:prstDash val="solid"/>
          </a:ln>
        </p:spPr>
      </p:sp>
      <p:sp>
        <p:nvSpPr>
          <p:cNvPr id="5" name="Shape 3"/>
          <p:cNvSpPr/>
          <p:nvPr/>
        </p:nvSpPr>
        <p:spPr>
          <a:xfrm>
            <a:off x="8778240" y="3749040"/>
            <a:ext cx="640080" cy="640080"/>
          </a:xfrm>
          <a:prstGeom prst="rect">
            <a:avLst/>
          </a:prstGeom>
          <a:solidFill>
            <a:srgbClr val="C2432B"/>
          </a:solidFill>
          <a:ln w="12700">
            <a:solidFill>
              <a:srgbClr val="C2432B"/>
            </a:solidFill>
            <a:prstDash val="solid"/>
          </a:ln>
        </p:spPr>
      </p:sp>
      <p:sp>
        <p:nvSpPr>
          <p:cNvPr id="6" name="Shape 4"/>
          <p:cNvSpPr/>
          <p:nvPr/>
        </p:nvSpPr>
        <p:spPr>
          <a:xfrm>
            <a:off x="9418320" y="3749040"/>
            <a:ext cx="640080" cy="640080"/>
          </a:xfrm>
          <a:prstGeom prst="rect">
            <a:avLst/>
          </a:prstGeom>
          <a:solidFill>
            <a:srgbClr val="F4EEE3"/>
          </a:solidFill>
          <a:ln w="12700">
            <a:solidFill>
              <a:srgbClr val="F4EEE3"/>
            </a:solidFill>
            <a:prstDash val="solid"/>
          </a:ln>
        </p:spPr>
      </p:sp>
      <p:sp>
        <p:nvSpPr>
          <p:cNvPr id="7" name="Shape 5"/>
          <p:cNvSpPr/>
          <p:nvPr/>
        </p:nvSpPr>
        <p:spPr>
          <a:xfrm>
            <a:off x="10058400" y="3749040"/>
            <a:ext cx="640080" cy="640080"/>
          </a:xfrm>
          <a:prstGeom prst="rect">
            <a:avLst/>
          </a:prstGeom>
          <a:solidFill>
            <a:srgbClr val="C2432B"/>
          </a:solidFill>
          <a:ln w="12700">
            <a:solidFill>
              <a:srgbClr val="C2432B"/>
            </a:solidFill>
            <a:prstDash val="solid"/>
          </a:ln>
        </p:spPr>
      </p:sp>
      <p:sp>
        <p:nvSpPr>
          <p:cNvPr id="8" name="Shape 6"/>
          <p:cNvSpPr/>
          <p:nvPr/>
        </p:nvSpPr>
        <p:spPr>
          <a:xfrm>
            <a:off x="10698480" y="3749040"/>
            <a:ext cx="640080" cy="640080"/>
          </a:xfrm>
          <a:prstGeom prst="rect">
            <a:avLst/>
          </a:prstGeom>
          <a:solidFill>
            <a:srgbClr val="F4EEE3"/>
          </a:solidFill>
          <a:ln w="12700">
            <a:solidFill>
              <a:srgbClr val="F4EEE3"/>
            </a:solidFill>
            <a:prstDash val="solid"/>
          </a:ln>
        </p:spPr>
      </p:sp>
      <p:sp>
        <p:nvSpPr>
          <p:cNvPr id="9" name="Shape 7"/>
          <p:cNvSpPr/>
          <p:nvPr/>
        </p:nvSpPr>
        <p:spPr>
          <a:xfrm>
            <a:off x="7498080" y="4389120"/>
            <a:ext cx="640080" cy="640080"/>
          </a:xfrm>
          <a:prstGeom prst="rect">
            <a:avLst/>
          </a:prstGeom>
          <a:solidFill>
            <a:srgbClr val="F4EEE3"/>
          </a:solidFill>
          <a:ln w="12700">
            <a:solidFill>
              <a:srgbClr val="F4EEE3"/>
            </a:solidFill>
            <a:prstDash val="solid"/>
          </a:ln>
        </p:spPr>
      </p:sp>
      <p:sp>
        <p:nvSpPr>
          <p:cNvPr id="10" name="Shape 8"/>
          <p:cNvSpPr/>
          <p:nvPr/>
        </p:nvSpPr>
        <p:spPr>
          <a:xfrm>
            <a:off x="8138160" y="4389120"/>
            <a:ext cx="640080" cy="640080"/>
          </a:xfrm>
          <a:prstGeom prst="rect">
            <a:avLst/>
          </a:prstGeom>
          <a:solidFill>
            <a:srgbClr val="C2432B"/>
          </a:solidFill>
          <a:ln w="12700">
            <a:solidFill>
              <a:srgbClr val="C2432B"/>
            </a:solidFill>
            <a:prstDash val="solid"/>
          </a:ln>
        </p:spPr>
      </p:sp>
      <p:sp>
        <p:nvSpPr>
          <p:cNvPr id="11" name="Shape 9"/>
          <p:cNvSpPr/>
          <p:nvPr/>
        </p:nvSpPr>
        <p:spPr>
          <a:xfrm>
            <a:off x="8778240" y="4389120"/>
            <a:ext cx="640080" cy="640080"/>
          </a:xfrm>
          <a:prstGeom prst="rect">
            <a:avLst/>
          </a:prstGeom>
          <a:solidFill>
            <a:srgbClr val="F4EEE3"/>
          </a:solidFill>
          <a:ln w="12700">
            <a:solidFill>
              <a:srgbClr val="F4EEE3"/>
            </a:solidFill>
            <a:prstDash val="solid"/>
          </a:ln>
        </p:spPr>
      </p:sp>
      <p:sp>
        <p:nvSpPr>
          <p:cNvPr id="12" name="Shape 10"/>
          <p:cNvSpPr/>
          <p:nvPr/>
        </p:nvSpPr>
        <p:spPr>
          <a:xfrm>
            <a:off x="9418320" y="4389120"/>
            <a:ext cx="640080" cy="640080"/>
          </a:xfrm>
          <a:prstGeom prst="rect">
            <a:avLst/>
          </a:prstGeom>
          <a:solidFill>
            <a:srgbClr val="C2432B"/>
          </a:solidFill>
          <a:ln w="12700">
            <a:solidFill>
              <a:srgbClr val="C2432B"/>
            </a:solidFill>
            <a:prstDash val="solid"/>
          </a:ln>
        </p:spPr>
      </p:sp>
      <p:sp>
        <p:nvSpPr>
          <p:cNvPr id="13" name="Shape 11"/>
          <p:cNvSpPr/>
          <p:nvPr/>
        </p:nvSpPr>
        <p:spPr>
          <a:xfrm>
            <a:off x="10058400" y="4389120"/>
            <a:ext cx="640080" cy="640080"/>
          </a:xfrm>
          <a:prstGeom prst="rect">
            <a:avLst/>
          </a:prstGeom>
          <a:solidFill>
            <a:srgbClr val="F4EEE3"/>
          </a:solidFill>
          <a:ln w="12700">
            <a:solidFill>
              <a:srgbClr val="F4EEE3"/>
            </a:solidFill>
            <a:prstDash val="solid"/>
          </a:ln>
        </p:spPr>
      </p:sp>
      <p:sp>
        <p:nvSpPr>
          <p:cNvPr id="14" name="Shape 12"/>
          <p:cNvSpPr/>
          <p:nvPr/>
        </p:nvSpPr>
        <p:spPr>
          <a:xfrm>
            <a:off x="10698480" y="4389120"/>
            <a:ext cx="640080" cy="640080"/>
          </a:xfrm>
          <a:prstGeom prst="rect">
            <a:avLst/>
          </a:prstGeom>
          <a:solidFill>
            <a:srgbClr val="C2432B"/>
          </a:solidFill>
          <a:ln w="12700">
            <a:solidFill>
              <a:srgbClr val="C2432B"/>
            </a:solidFill>
            <a:prstDash val="solid"/>
          </a:ln>
        </p:spPr>
      </p:sp>
      <p:sp>
        <p:nvSpPr>
          <p:cNvPr id="15" name="Text 13"/>
          <p:cNvSpPr/>
          <p:nvPr/>
        </p:nvSpPr>
        <p:spPr>
          <a:xfrm>
            <a:off x="8229600" y="1920240"/>
            <a:ext cx="1645920" cy="1645920"/>
          </a:xfrm>
          <a:prstGeom prst="ellipse">
            <a:avLst/>
          </a:prstGeom>
          <a:solidFill>
            <a:srgbClr val="C8963A"/>
          </a:solidFill>
          <a:ln>
            <a:solidFill>
              <a:srgbClr val="C8963A"/>
            </a:solidFill>
          </a:ln>
        </p:spPr>
        <p:txBody>
          <a:bodyPr wrap="square" rtlCol="0" anchor="ctr"/>
          <a:lstStyle/>
          <a:p>
            <a:pPr indent="0" marL="0">
              <a:buNone/>
            </a:pPr>
            <a:endParaRPr lang="en-US" dirty="0"/>
          </a:p>
        </p:txBody>
      </p:sp>
      <p:sp>
        <p:nvSpPr>
          <p:cNvPr id="16" name="Text 14"/>
          <p:cNvSpPr/>
          <p:nvPr/>
        </p:nvSpPr>
        <p:spPr>
          <a:xfrm>
            <a:off x="8549640" y="2240280"/>
            <a:ext cx="1005840" cy="1005840"/>
          </a:xfrm>
          <a:prstGeom prst="ellipse">
            <a:avLst/>
          </a:prstGeom>
          <a:solidFill>
            <a:srgbClr val="F4EEE3"/>
          </a:solidFill>
          <a:ln>
            <a:solidFill>
              <a:srgbClr val="F4EEE3"/>
            </a:solidFill>
          </a:ln>
        </p:spPr>
        <p:txBody>
          <a:bodyPr wrap="square" rtlCol="0" anchor="ctr"/>
          <a:lstStyle/>
          <a:p>
            <a:pPr indent="0" marL="0">
              <a:buNone/>
            </a:pPr>
            <a:endParaRPr lang="en-US" dirty="0"/>
          </a:p>
        </p:txBody>
      </p:sp>
      <p:sp>
        <p:nvSpPr>
          <p:cNvPr id="17" name="Text 15"/>
          <p:cNvSpPr/>
          <p:nvPr/>
        </p:nvSpPr>
        <p:spPr>
          <a:xfrm>
            <a:off x="10058400" y="1737360"/>
            <a:ext cx="914400" cy="2011680"/>
          </a:xfrm>
          <a:prstGeom prst="triangle">
            <a:avLst/>
          </a:prstGeom>
          <a:solidFill>
            <a:srgbClr val="8FA593"/>
          </a:solidFill>
          <a:ln>
            <a:solidFill>
              <a:srgbClr val="8FA593"/>
            </a:solidFill>
          </a:ln>
        </p:spPr>
        <p:txBody>
          <a:bodyPr wrap="square" rtlCol="0" anchor="ctr"/>
          <a:lstStyle/>
          <a:p>
            <a:pPr indent="0" marL="0">
              <a:buNone/>
            </a:pPr>
            <a:endParaRPr lang="en-US" dirty="0"/>
          </a:p>
        </p:txBody>
      </p:sp>
      <p:sp>
        <p:nvSpPr>
          <p:cNvPr id="18" name="Text 16"/>
          <p:cNvSpPr/>
          <p:nvPr/>
        </p:nvSpPr>
        <p:spPr>
          <a:xfrm>
            <a:off x="640080" y="548640"/>
            <a:ext cx="3657600" cy="274320"/>
          </a:xfrm>
          <a:prstGeom prst="rect">
            <a:avLst/>
          </a:prstGeom>
          <a:noFill/>
          <a:ln/>
        </p:spPr>
        <p:txBody>
          <a:bodyPr wrap="square" lIns="0" tIns="0" rIns="0" bIns="0" rtlCol="0" anchor="ctr"/>
          <a:lstStyle/>
          <a:p>
            <a:pPr indent="0" marL="0">
              <a:buNone/>
            </a:pPr>
            <a:r>
              <a:rPr lang="en-US" sz="1000" b="1" spc="500" kern="0" dirty="0">
                <a:solidFill>
                  <a:srgbClr val="F4EEE3"/>
                </a:solidFill>
                <a:latin typeface="Montserrat" pitchFamily="34" charset="0"/>
                <a:ea typeface="Montserrat" pitchFamily="34" charset="-122"/>
                <a:cs typeface="Montserrat" pitchFamily="34" charset="-120"/>
              </a:rPr>
              <a:t>POPTABLES</a:t>
            </a:r>
            <a:endParaRPr lang="en-US" sz="1000" dirty="0"/>
          </a:p>
        </p:txBody>
      </p:sp>
      <p:sp>
        <p:nvSpPr>
          <p:cNvPr id="19" name="Titre"/>
          <p:cNvSpPr/>
          <p:nvPr>
            <p:ph idx="117" type="title" hasCustomPrompt="1"/>
          </p:nvPr>
        </p:nvSpPr>
        <p:spPr>
          <a:xfrm>
            <a:off x="640080" y="1828800"/>
            <a:ext cx="6309360" cy="2377440"/>
          </a:xfrm>
          <a:prstGeom prst="rect">
            <a:avLst/>
          </a:prstGeom>
          <a:noFill/>
          <a:ln/>
        </p:spPr>
        <p:txBody>
          <a:bodyPr wrap="square" rtlCol="0"/>
          <a:lstStyle>
            <a:lvl1pPr algn="l" indent="0" marL="0">
              <a:buNone/>
              <a:defRPr lang="en-US" sz="4800" dirty="0">
                <a:solidFill>
                  <a:srgbClr val="F4EEE3"/>
                </a:solidFill>
                <a:latin typeface="Playfair Display" pitchFamily="34" charset="0"/>
                <a:ea typeface="Playfair Display" pitchFamily="34" charset="-122"/>
                <a:cs typeface="Playfair Display" pitchFamily="34" charset="-120"/>
              </a:defRPr>
            </a:lvl1pPr>
          </a:lstStyle>
          <a:p>
            <a:pPr algn="l" indent="0" marL="0">
              <a:buNone/>
            </a:pPr>
            <a:r>
              <a:rPr lang="en-US" sz="4800" dirty="0">
                <a:solidFill>
                  <a:srgbClr val="F4EEE3"/>
                </a:solidFill>
                <a:latin typeface="Playfair Display" pitchFamily="34" charset="0"/>
                <a:ea typeface="Playfair Display" pitchFamily="34" charset="-122"/>
                <a:cs typeface="Playfair Display" pitchFamily="34" charset="-120"/>
              </a:rPr>
              <a:t>Titre de la présentation</a:t>
            </a:r>
            <a:endParaRPr lang="en-US" sz="4800" dirty="0"/>
          </a:p>
        </p:txBody>
      </p:sp>
      <p:sp>
        <p:nvSpPr>
          <p:cNvPr id="20" name="Sous-titre"/>
          <p:cNvSpPr/>
          <p:nvPr>
            <p:ph idx="118" type="body" hasCustomPrompt="1"/>
          </p:nvPr>
        </p:nvSpPr>
        <p:spPr>
          <a:xfrm>
            <a:off x="640080" y="4434840"/>
            <a:ext cx="6035040" cy="822960"/>
          </a:xfrm>
          <a:prstGeom prst="rect">
            <a:avLst/>
          </a:prstGeom>
          <a:noFill/>
          <a:ln/>
        </p:spPr>
        <p:txBody>
          <a:bodyPr wrap="square" rtlCol="0"/>
          <a:lstStyle>
            <a:lvl1pPr algn="l" indent="0" marL="0">
              <a:buNone/>
              <a:defRPr lang="en-US" sz="1500" dirty="0">
                <a:solidFill>
                  <a:srgbClr val="D9D2E3"/>
                </a:solidFill>
                <a:latin typeface="Montserrat" pitchFamily="34" charset="0"/>
                <a:ea typeface="Montserrat" pitchFamily="34" charset="-122"/>
                <a:cs typeface="Montserrat" pitchFamily="34" charset="-120"/>
              </a:defRPr>
            </a:lvl1pPr>
          </a:lstStyle>
          <a:p>
            <a:pPr algn="l" indent="0" marL="0">
              <a:buNone/>
            </a:pPr>
            <a:r>
              <a:rPr lang="en-US" sz="1500" dirty="0">
                <a:solidFill>
                  <a:srgbClr val="D9D2E3"/>
                </a:solidFill>
                <a:latin typeface="Montserrat" pitchFamily="34" charset="0"/>
                <a:ea typeface="Montserrat" pitchFamily="34" charset="-122"/>
                <a:cs typeface="Montserrat" pitchFamily="34" charset="-120"/>
              </a:rPr>
              <a:t>Sous-titre ou promesse</a:t>
            </a:r>
            <a:endParaRPr lang="en-US" sz="1500" dirty="0"/>
          </a:p>
        </p:txBody>
      </p:sp>
      <p:sp>
        <p:nvSpPr>
          <p:cNvPr id="21" name="Date"/>
          <p:cNvSpPr/>
          <p:nvPr>
            <p:ph idx="119" type="body" hasCustomPrompt="1"/>
          </p:nvPr>
        </p:nvSpPr>
        <p:spPr>
          <a:xfrm>
            <a:off x="640080" y="6035040"/>
            <a:ext cx="4572000" cy="274320"/>
          </a:xfrm>
          <a:prstGeom prst="rect">
            <a:avLst/>
          </a:prstGeom>
          <a:noFill/>
          <a:ln/>
        </p:spPr>
        <p:txBody>
          <a:bodyPr wrap="square" rtlCol="0"/>
          <a:lstStyle>
            <a:lvl1pPr algn="l" indent="0" marL="0">
              <a:buNone/>
              <a:defRPr lang="en-US" sz="900" b="1" spc="300" kern="0" dirty="0">
                <a:solidFill>
                  <a:srgbClr val="C8963A"/>
                </a:solidFill>
                <a:latin typeface="Montserrat" pitchFamily="34" charset="0"/>
                <a:ea typeface="Montserrat" pitchFamily="34" charset="-122"/>
                <a:cs typeface="Montserrat" pitchFamily="34" charset="-120"/>
              </a:defRPr>
            </a:lvl1pPr>
          </a:lstStyle>
          <a:p>
            <a:pPr algn="l" indent="0" marL="0">
              <a:buNone/>
            </a:pPr>
            <a:r>
              <a:rPr lang="en-US" sz="900" b="1" spc="300" kern="0" dirty="0">
                <a:solidFill>
                  <a:srgbClr val="C8963A"/>
                </a:solidFill>
                <a:latin typeface="Montserrat" pitchFamily="34" charset="0"/>
                <a:ea typeface="Montserrat" pitchFamily="34" charset="-122"/>
                <a:cs typeface="Montserrat" pitchFamily="34" charset="-120"/>
              </a:rPr>
              <a:t>LIEU · DATE</a:t>
            </a:r>
            <a:endParaRPr lang="en-US" sz="9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03 Sommaire">
    <p:bg>
      <p:bgPr>
        <a:solidFill>
          <a:srgbClr val="F4EEE3"/>
        </a:solidFill>
      </p:bgPr>
    </p:bg>
    <p:spTree>
      <p:nvGrpSpPr>
        <p:cNvPr id="1" name=""/>
        <p:cNvGrpSpPr/>
        <p:nvPr/>
      </p:nvGrpSpPr>
      <p:grpSpPr>
        <a:xfrm>
          <a:off x="0" y="0"/>
          <a:ext cx="0" cy="0"/>
          <a:chOff x="0" y="0"/>
          <a:chExt cx="0" cy="0"/>
        </a:xfrm>
      </p:grpSpPr>
      <p:sp>
        <p:nvSpPr>
          <p:cNvPr id="2" name="Text 0"/>
          <p:cNvSpPr/>
          <p:nvPr/>
        </p:nvSpPr>
        <p:spPr>
          <a:xfrm>
            <a:off x="640080" y="329184"/>
            <a:ext cx="2743200" cy="228600"/>
          </a:xfrm>
          <a:prstGeom prst="rect">
            <a:avLst/>
          </a:prstGeom>
          <a:noFill/>
          <a:ln/>
        </p:spPr>
        <p:txBody>
          <a:bodyPr wrap="square" lIns="0" tIns="0" rIns="0" bIns="0" rtlCol="0" anchor="ctr"/>
          <a:lstStyle/>
          <a:p>
            <a:pPr indent="0" marL="0">
              <a:buNone/>
            </a:pPr>
            <a:r>
              <a:rPr lang="en-US" sz="900" b="1" spc="400" kern="0" dirty="0">
                <a:solidFill>
                  <a:srgbClr val="1E1B2E"/>
                </a:solidFill>
                <a:latin typeface="Montserrat" pitchFamily="34" charset="0"/>
                <a:ea typeface="Montserrat" pitchFamily="34" charset="-122"/>
                <a:cs typeface="Montserrat" pitchFamily="34" charset="-120"/>
              </a:rPr>
              <a:t>POPTABLES</a:t>
            </a:r>
            <a:endParaRPr lang="en-US" sz="900" dirty="0"/>
          </a:p>
        </p:txBody>
      </p:sp>
      <p:sp>
        <p:nvSpPr>
          <p:cNvPr id="3" name="Shape 1"/>
          <p:cNvSpPr/>
          <p:nvPr/>
        </p:nvSpPr>
        <p:spPr>
          <a:xfrm>
            <a:off x="11002975" y="356616"/>
            <a:ext cx="137160" cy="137160"/>
          </a:xfrm>
          <a:prstGeom prst="rect">
            <a:avLst/>
          </a:prstGeom>
          <a:solidFill>
            <a:srgbClr val="C8963A"/>
          </a:solidFill>
          <a:ln w="12700">
            <a:solidFill>
              <a:srgbClr val="C8963A"/>
            </a:solidFill>
            <a:prstDash val="solid"/>
          </a:ln>
        </p:spPr>
      </p:sp>
      <p:sp>
        <p:nvSpPr>
          <p:cNvPr id="4" name="Text 2"/>
          <p:cNvSpPr/>
          <p:nvPr/>
        </p:nvSpPr>
        <p:spPr>
          <a:xfrm>
            <a:off x="11208715" y="356616"/>
            <a:ext cx="137160" cy="137160"/>
          </a:xfrm>
          <a:prstGeom prst="ellipse">
            <a:avLst/>
          </a:prstGeom>
          <a:solidFill>
            <a:srgbClr val="C2432B"/>
          </a:solidFill>
          <a:ln>
            <a:solidFill>
              <a:srgbClr val="C2432B"/>
            </a:solidFill>
          </a:ln>
        </p:spPr>
        <p:txBody>
          <a:bodyPr wrap="square" rtlCol="0" anchor="ctr"/>
          <a:lstStyle/>
          <a:p>
            <a:pPr indent="0" marL="0">
              <a:buNone/>
            </a:pPr>
            <a:endParaRPr lang="en-US" dirty="0"/>
          </a:p>
        </p:txBody>
      </p:sp>
      <p:sp>
        <p:nvSpPr>
          <p:cNvPr id="5" name="Text 3"/>
          <p:cNvSpPr/>
          <p:nvPr/>
        </p:nvSpPr>
        <p:spPr>
          <a:xfrm>
            <a:off x="11414455" y="356616"/>
            <a:ext cx="137160" cy="137160"/>
          </a:xfrm>
          <a:prstGeom prst="triangle">
            <a:avLst/>
          </a:prstGeom>
          <a:solidFill>
            <a:srgbClr val="1E1B2E"/>
          </a:solidFill>
          <a:ln>
            <a:solidFill>
              <a:srgbClr val="1E1B2E"/>
            </a:solidFill>
          </a:ln>
        </p:spPr>
        <p:txBody>
          <a:bodyPr wrap="square" rtlCol="0" anchor="ctr"/>
          <a:lstStyle/>
          <a:p>
            <a:pPr indent="0" marL="0">
              <a:buNone/>
            </a:pPr>
            <a:endParaRPr lang="en-US" dirty="0"/>
          </a:p>
        </p:txBody>
      </p:sp>
      <p:sp>
        <p:nvSpPr>
          <p:cNvPr id="6" name="Shape 4"/>
          <p:cNvSpPr/>
          <p:nvPr/>
        </p:nvSpPr>
        <p:spPr>
          <a:xfrm>
            <a:off x="640080" y="6382512"/>
            <a:ext cx="10911535" cy="0"/>
          </a:xfrm>
          <a:prstGeom prst="line">
            <a:avLst/>
          </a:prstGeom>
          <a:noFill/>
          <a:ln w="9525">
            <a:solidFill>
              <a:srgbClr val="D3C8B5"/>
            </a:solidFill>
            <a:prstDash val="solid"/>
          </a:ln>
        </p:spPr>
      </p:sp>
      <p:sp>
        <p:nvSpPr>
          <p:cNvPr id="7" name="Text 5"/>
          <p:cNvSpPr/>
          <p:nvPr/>
        </p:nvSpPr>
        <p:spPr>
          <a:xfrm>
            <a:off x="640080" y="6473952"/>
            <a:ext cx="5486400" cy="201168"/>
          </a:xfrm>
          <a:prstGeom prst="rect">
            <a:avLst/>
          </a:prstGeom>
          <a:noFill/>
          <a:ln/>
        </p:spPr>
        <p:txBody>
          <a:bodyPr wrap="square" lIns="0" tIns="0" rIns="0" bIns="0" rtlCol="0" anchor="ctr"/>
          <a:lstStyle/>
          <a:p>
            <a:pPr indent="0" marL="0">
              <a:buNone/>
            </a:pPr>
            <a:r>
              <a:rPr lang="en-US" sz="850" spc="100" kern="0" dirty="0">
                <a:solidFill>
                  <a:srgbClr val="6B6670"/>
                </a:solidFill>
                <a:latin typeface="Montserrat" pitchFamily="34" charset="0"/>
                <a:ea typeface="Montserrat" pitchFamily="34" charset="-122"/>
                <a:cs typeface="Montserrat" pitchFamily="34" charset="-120"/>
              </a:rPr>
              <a:t>Projet PopTables  ·  Document confidentiel</a:t>
            </a:r>
            <a:endParaRPr lang="en-US" sz="850" dirty="0"/>
          </a:p>
        </p:txBody>
      </p:sp>
      <p:sp>
        <p:nvSpPr>
          <p:cNvPr id="8" name="Shape 6"/>
          <p:cNvSpPr/>
          <p:nvPr/>
        </p:nvSpPr>
        <p:spPr>
          <a:xfrm>
            <a:off x="0" y="914400"/>
            <a:ext cx="4206240" cy="5120640"/>
          </a:xfrm>
          <a:prstGeom prst="rect">
            <a:avLst/>
          </a:prstGeom>
          <a:solidFill>
            <a:srgbClr val="EAE1D0"/>
          </a:solidFill>
          <a:ln w="12700">
            <a:solidFill>
              <a:srgbClr val="EAE1D0"/>
            </a:solidFill>
            <a:prstDash val="solid"/>
          </a:ln>
        </p:spPr>
      </p:sp>
      <p:sp>
        <p:nvSpPr>
          <p:cNvPr id="9" name="Titre"/>
          <p:cNvSpPr/>
          <p:nvPr>
            <p:ph idx="107" type="title" hasCustomPrompt="1"/>
          </p:nvPr>
        </p:nvSpPr>
        <p:spPr>
          <a:xfrm>
            <a:off x="640080" y="1371600"/>
            <a:ext cx="3200400" cy="1097280"/>
          </a:xfrm>
          <a:prstGeom prst="rect">
            <a:avLst/>
          </a:prstGeom>
          <a:noFill/>
          <a:ln/>
        </p:spPr>
        <p:txBody>
          <a:bodyPr wrap="square" rtlCol="0"/>
          <a:lstStyle>
            <a:lvl1pPr algn="l" indent="0" marL="0">
              <a:buNone/>
              <a:defRPr lang="en-US" sz="4000" dirty="0">
                <a:solidFill>
                  <a:srgbClr val="1E1B2E"/>
                </a:solidFill>
                <a:latin typeface="Playfair Display" pitchFamily="34" charset="0"/>
                <a:ea typeface="Playfair Display" pitchFamily="34" charset="-122"/>
                <a:cs typeface="Playfair Display" pitchFamily="34" charset="-120"/>
              </a:defRPr>
            </a:lvl1pPr>
          </a:lstStyle>
          <a:p>
            <a:pPr algn="l" indent="0" marL="0">
              <a:buNone/>
            </a:pPr>
            <a:r>
              <a:rPr lang="en-US" sz="4000" dirty="0">
                <a:solidFill>
                  <a:srgbClr val="1E1B2E"/>
                </a:solidFill>
                <a:latin typeface="Playfair Display" pitchFamily="34" charset="0"/>
                <a:ea typeface="Playfair Display" pitchFamily="34" charset="-122"/>
                <a:cs typeface="Playfair Display" pitchFamily="34" charset="-120"/>
              </a:rPr>
              <a:t>Sommaire</a:t>
            </a:r>
            <a:endParaRPr lang="en-US" sz="4000" dirty="0"/>
          </a:p>
        </p:txBody>
      </p:sp>
      <p:sp>
        <p:nvSpPr>
          <p:cNvPr id="10" name="Shape 7"/>
          <p:cNvSpPr/>
          <p:nvPr/>
        </p:nvSpPr>
        <p:spPr>
          <a:xfrm>
            <a:off x="640080" y="2606040"/>
            <a:ext cx="548640" cy="54864"/>
          </a:xfrm>
          <a:prstGeom prst="rect">
            <a:avLst/>
          </a:prstGeom>
          <a:solidFill>
            <a:srgbClr val="C2432B"/>
          </a:solidFill>
          <a:ln w="12700">
            <a:solidFill>
              <a:srgbClr val="C2432B"/>
            </a:solidFill>
            <a:prstDash val="solid"/>
          </a:ln>
        </p:spPr>
      </p:sp>
      <p:sp>
        <p:nvSpPr>
          <p:cNvPr id="11" name="Sommaire"/>
          <p:cNvSpPr/>
          <p:nvPr>
            <p:ph idx="109" type="body" hasCustomPrompt="1"/>
          </p:nvPr>
        </p:nvSpPr>
        <p:spPr>
          <a:xfrm>
            <a:off x="4937760" y="1325880"/>
            <a:ext cx="6583680" cy="4663440"/>
          </a:xfrm>
          <a:prstGeom prst="rect">
            <a:avLst/>
          </a:prstGeom>
          <a:noFill/>
          <a:ln/>
        </p:spPr>
        <p:txBody>
          <a:bodyPr wrap="square" rtlCol="0"/>
          <a:lstStyle>
            <a:lvl1pPr algn="l" indent="0" marL="0">
              <a:lnSpc>
                <a:spcPct val="135000"/>
              </a:lnSpc>
              <a:buNone/>
              <a:defRPr lang="en-US" sz="2000" dirty="0">
                <a:solidFill>
                  <a:srgbClr val="1E1B2E"/>
                </a:solidFill>
                <a:latin typeface="Playfair Display" pitchFamily="34" charset="0"/>
                <a:ea typeface="Playfair Display" pitchFamily="34" charset="-122"/>
                <a:cs typeface="Playfair Display" pitchFamily="34" charset="-120"/>
              </a:defRPr>
            </a:lvl1pPr>
          </a:lstStyle>
          <a:p>
            <a:pPr algn="l" indent="0" marL="0">
              <a:lnSpc>
                <a:spcPct val="135000"/>
              </a:lnSpc>
              <a:buNone/>
            </a:pPr>
            <a:r>
              <a:rPr lang="en-US" sz="2000" dirty="0">
                <a:solidFill>
                  <a:srgbClr val="1E1B2E"/>
                </a:solidFill>
                <a:latin typeface="Playfair Display" pitchFamily="34" charset="0"/>
                <a:ea typeface="Playfair Display" pitchFamily="34" charset="-122"/>
                <a:cs typeface="Playfair Display" pitchFamily="34" charset="-120"/>
              </a:rPr>
              <a:t>Cliquez pour ajouter du texte</a:t>
            </a:r>
            <a:endParaRPr lang="en-US" sz="2000" dirty="0"/>
          </a:p>
        </p:txBody>
      </p:sp>
      <p:sp>
        <p:nvSpPr>
          <p:cNvPr id="25" name="Slide Number Placeholder 0"/>
          <p:cNvSpPr>
            <a:spLocks noGrp="1"/>
          </p:cNvSpPr>
          <p:nvPr>
            <p:ph type="sldNum" sz="quarter" idx="4294967295"/>
          </p:nvPr>
        </p:nvSpPr>
        <p:spPr>
          <a:xfrm>
            <a:off x="11002975" y="6455664"/>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6670"/>
                </a:solidFill>
                <a:latin typeface="Montserrat"/>
                <a:ea typeface="Montserrat"/>
                <a:cs typeface="Montserrat"/>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04 Intercalaire de section">
    <p:bg>
      <p:bgPr>
        <a:solidFill>
          <a:srgbClr val="1E1B2E"/>
        </a:solidFill>
      </p:bgPr>
    </p:bg>
    <p:spTree>
      <p:nvGrpSpPr>
        <p:cNvPr id="1" name=""/>
        <p:cNvGrpSpPr/>
        <p:nvPr/>
      </p:nvGrpSpPr>
      <p:grpSpPr>
        <a:xfrm>
          <a:off x="0" y="0"/>
          <a:ext cx="0" cy="0"/>
          <a:chOff x="0" y="0"/>
          <a:chExt cx="0" cy="0"/>
        </a:xfrm>
      </p:grpSpPr>
      <p:sp>
        <p:nvSpPr>
          <p:cNvPr id="2" name="Text 0"/>
          <p:cNvSpPr/>
          <p:nvPr/>
        </p:nvSpPr>
        <p:spPr>
          <a:xfrm>
            <a:off x="640080" y="329184"/>
            <a:ext cx="2743200" cy="228600"/>
          </a:xfrm>
          <a:prstGeom prst="rect">
            <a:avLst/>
          </a:prstGeom>
          <a:noFill/>
          <a:ln/>
        </p:spPr>
        <p:txBody>
          <a:bodyPr wrap="square" lIns="0" tIns="0" rIns="0" bIns="0" rtlCol="0" anchor="ctr"/>
          <a:lstStyle/>
          <a:p>
            <a:pPr indent="0" marL="0">
              <a:buNone/>
            </a:pPr>
            <a:r>
              <a:rPr lang="en-US" sz="900" b="1" spc="400" kern="0" dirty="0">
                <a:solidFill>
                  <a:srgbClr val="F4EEE3"/>
                </a:solidFill>
                <a:latin typeface="Montserrat" pitchFamily="34" charset="0"/>
                <a:ea typeface="Montserrat" pitchFamily="34" charset="-122"/>
                <a:cs typeface="Montserrat" pitchFamily="34" charset="-120"/>
              </a:rPr>
              <a:t>POPTABLES</a:t>
            </a:r>
            <a:endParaRPr lang="en-US" sz="900" dirty="0"/>
          </a:p>
        </p:txBody>
      </p:sp>
      <p:sp>
        <p:nvSpPr>
          <p:cNvPr id="3" name="Shape 1"/>
          <p:cNvSpPr/>
          <p:nvPr/>
        </p:nvSpPr>
        <p:spPr>
          <a:xfrm>
            <a:off x="11002975" y="356616"/>
            <a:ext cx="137160" cy="137160"/>
          </a:xfrm>
          <a:prstGeom prst="rect">
            <a:avLst/>
          </a:prstGeom>
          <a:solidFill>
            <a:srgbClr val="C8963A"/>
          </a:solidFill>
          <a:ln w="12700">
            <a:solidFill>
              <a:srgbClr val="C8963A"/>
            </a:solidFill>
            <a:prstDash val="solid"/>
          </a:ln>
        </p:spPr>
      </p:sp>
      <p:sp>
        <p:nvSpPr>
          <p:cNvPr id="4" name="Text 2"/>
          <p:cNvSpPr/>
          <p:nvPr/>
        </p:nvSpPr>
        <p:spPr>
          <a:xfrm>
            <a:off x="11208715" y="356616"/>
            <a:ext cx="137160" cy="137160"/>
          </a:xfrm>
          <a:prstGeom prst="ellipse">
            <a:avLst/>
          </a:prstGeom>
          <a:solidFill>
            <a:srgbClr val="C2432B"/>
          </a:solidFill>
          <a:ln>
            <a:solidFill>
              <a:srgbClr val="C2432B"/>
            </a:solidFill>
          </a:ln>
        </p:spPr>
        <p:txBody>
          <a:bodyPr wrap="square" rtlCol="0" anchor="ctr"/>
          <a:lstStyle/>
          <a:p>
            <a:pPr indent="0" marL="0">
              <a:buNone/>
            </a:pPr>
            <a:endParaRPr lang="en-US" dirty="0"/>
          </a:p>
        </p:txBody>
      </p:sp>
      <p:sp>
        <p:nvSpPr>
          <p:cNvPr id="5" name="Text 3"/>
          <p:cNvSpPr/>
          <p:nvPr/>
        </p:nvSpPr>
        <p:spPr>
          <a:xfrm>
            <a:off x="11414455" y="356616"/>
            <a:ext cx="137160" cy="137160"/>
          </a:xfrm>
          <a:prstGeom prst="triangle">
            <a:avLst/>
          </a:prstGeom>
          <a:solidFill>
            <a:srgbClr val="8FA593"/>
          </a:solidFill>
          <a:ln>
            <a:solidFill>
              <a:srgbClr val="8FA593"/>
            </a:solidFill>
          </a:ln>
        </p:spPr>
        <p:txBody>
          <a:bodyPr wrap="square" rtlCol="0" anchor="ctr"/>
          <a:lstStyle/>
          <a:p>
            <a:pPr indent="0" marL="0">
              <a:buNone/>
            </a:pPr>
            <a:endParaRPr lang="en-US" dirty="0"/>
          </a:p>
        </p:txBody>
      </p:sp>
      <p:sp>
        <p:nvSpPr>
          <p:cNvPr id="6" name="Shape 4"/>
          <p:cNvSpPr/>
          <p:nvPr/>
        </p:nvSpPr>
        <p:spPr>
          <a:xfrm>
            <a:off x="10911535" y="0"/>
            <a:ext cx="640080" cy="640080"/>
          </a:xfrm>
          <a:prstGeom prst="rect">
            <a:avLst/>
          </a:prstGeom>
          <a:solidFill>
            <a:srgbClr val="2A2640"/>
          </a:solidFill>
          <a:ln w="12700">
            <a:solidFill>
              <a:srgbClr val="2A2640"/>
            </a:solidFill>
            <a:prstDash val="solid"/>
          </a:ln>
        </p:spPr>
      </p:sp>
      <p:sp>
        <p:nvSpPr>
          <p:cNvPr id="7" name="Shape 5"/>
          <p:cNvSpPr/>
          <p:nvPr/>
        </p:nvSpPr>
        <p:spPr>
          <a:xfrm>
            <a:off x="11551615" y="0"/>
            <a:ext cx="640080" cy="640080"/>
          </a:xfrm>
          <a:prstGeom prst="rect">
            <a:avLst/>
          </a:prstGeom>
          <a:solidFill>
            <a:srgbClr val="C2432B"/>
          </a:solidFill>
          <a:ln w="12700">
            <a:solidFill>
              <a:srgbClr val="C2432B"/>
            </a:solidFill>
            <a:prstDash val="solid"/>
          </a:ln>
        </p:spPr>
      </p:sp>
      <p:sp>
        <p:nvSpPr>
          <p:cNvPr id="8" name="Shape 6"/>
          <p:cNvSpPr/>
          <p:nvPr/>
        </p:nvSpPr>
        <p:spPr>
          <a:xfrm>
            <a:off x="10911535" y="640080"/>
            <a:ext cx="640080" cy="640080"/>
          </a:xfrm>
          <a:prstGeom prst="rect">
            <a:avLst/>
          </a:prstGeom>
          <a:solidFill>
            <a:srgbClr val="C2432B"/>
          </a:solidFill>
          <a:ln w="12700">
            <a:solidFill>
              <a:srgbClr val="C2432B"/>
            </a:solidFill>
            <a:prstDash val="solid"/>
          </a:ln>
        </p:spPr>
      </p:sp>
      <p:sp>
        <p:nvSpPr>
          <p:cNvPr id="9" name="Shape 7"/>
          <p:cNvSpPr/>
          <p:nvPr/>
        </p:nvSpPr>
        <p:spPr>
          <a:xfrm>
            <a:off x="11551615" y="640080"/>
            <a:ext cx="640080" cy="640080"/>
          </a:xfrm>
          <a:prstGeom prst="rect">
            <a:avLst/>
          </a:prstGeom>
          <a:solidFill>
            <a:srgbClr val="2A2640"/>
          </a:solidFill>
          <a:ln w="12700">
            <a:solidFill>
              <a:srgbClr val="2A2640"/>
            </a:solidFill>
            <a:prstDash val="solid"/>
          </a:ln>
        </p:spPr>
      </p:sp>
      <p:sp>
        <p:nvSpPr>
          <p:cNvPr id="10" name="Shape 8"/>
          <p:cNvSpPr/>
          <p:nvPr/>
        </p:nvSpPr>
        <p:spPr>
          <a:xfrm>
            <a:off x="10911535" y="1280160"/>
            <a:ext cx="640080" cy="640080"/>
          </a:xfrm>
          <a:prstGeom prst="rect">
            <a:avLst/>
          </a:prstGeom>
          <a:solidFill>
            <a:srgbClr val="2A2640"/>
          </a:solidFill>
          <a:ln w="12700">
            <a:solidFill>
              <a:srgbClr val="2A2640"/>
            </a:solidFill>
            <a:prstDash val="solid"/>
          </a:ln>
        </p:spPr>
      </p:sp>
      <p:sp>
        <p:nvSpPr>
          <p:cNvPr id="11" name="Shape 9"/>
          <p:cNvSpPr/>
          <p:nvPr/>
        </p:nvSpPr>
        <p:spPr>
          <a:xfrm>
            <a:off x="11551615" y="1280160"/>
            <a:ext cx="640080" cy="640080"/>
          </a:xfrm>
          <a:prstGeom prst="rect">
            <a:avLst/>
          </a:prstGeom>
          <a:solidFill>
            <a:srgbClr val="C2432B"/>
          </a:solidFill>
          <a:ln w="12700">
            <a:solidFill>
              <a:srgbClr val="C2432B"/>
            </a:solidFill>
            <a:prstDash val="solid"/>
          </a:ln>
        </p:spPr>
      </p:sp>
      <p:sp>
        <p:nvSpPr>
          <p:cNvPr id="12" name="Shape 10"/>
          <p:cNvSpPr/>
          <p:nvPr/>
        </p:nvSpPr>
        <p:spPr>
          <a:xfrm>
            <a:off x="10911535" y="1920240"/>
            <a:ext cx="640080" cy="640080"/>
          </a:xfrm>
          <a:prstGeom prst="rect">
            <a:avLst/>
          </a:prstGeom>
          <a:solidFill>
            <a:srgbClr val="C2432B"/>
          </a:solidFill>
          <a:ln w="12700">
            <a:solidFill>
              <a:srgbClr val="C2432B"/>
            </a:solidFill>
            <a:prstDash val="solid"/>
          </a:ln>
        </p:spPr>
      </p:sp>
      <p:sp>
        <p:nvSpPr>
          <p:cNvPr id="13" name="Shape 11"/>
          <p:cNvSpPr/>
          <p:nvPr/>
        </p:nvSpPr>
        <p:spPr>
          <a:xfrm>
            <a:off x="11551615" y="1920240"/>
            <a:ext cx="640080" cy="640080"/>
          </a:xfrm>
          <a:prstGeom prst="rect">
            <a:avLst/>
          </a:prstGeom>
          <a:solidFill>
            <a:srgbClr val="2A2640"/>
          </a:solidFill>
          <a:ln w="12700">
            <a:solidFill>
              <a:srgbClr val="2A2640"/>
            </a:solidFill>
            <a:prstDash val="solid"/>
          </a:ln>
        </p:spPr>
      </p:sp>
      <p:sp>
        <p:nvSpPr>
          <p:cNvPr id="14" name="Shape 12"/>
          <p:cNvSpPr/>
          <p:nvPr/>
        </p:nvSpPr>
        <p:spPr>
          <a:xfrm>
            <a:off x="10911535" y="2560320"/>
            <a:ext cx="640080" cy="640080"/>
          </a:xfrm>
          <a:prstGeom prst="rect">
            <a:avLst/>
          </a:prstGeom>
          <a:solidFill>
            <a:srgbClr val="2A2640"/>
          </a:solidFill>
          <a:ln w="12700">
            <a:solidFill>
              <a:srgbClr val="2A2640"/>
            </a:solidFill>
            <a:prstDash val="solid"/>
          </a:ln>
        </p:spPr>
      </p:sp>
      <p:sp>
        <p:nvSpPr>
          <p:cNvPr id="15" name="Shape 13"/>
          <p:cNvSpPr/>
          <p:nvPr/>
        </p:nvSpPr>
        <p:spPr>
          <a:xfrm>
            <a:off x="11551615" y="2560320"/>
            <a:ext cx="640080" cy="640080"/>
          </a:xfrm>
          <a:prstGeom prst="rect">
            <a:avLst/>
          </a:prstGeom>
          <a:solidFill>
            <a:srgbClr val="C2432B"/>
          </a:solidFill>
          <a:ln w="12700">
            <a:solidFill>
              <a:srgbClr val="C2432B"/>
            </a:solidFill>
            <a:prstDash val="solid"/>
          </a:ln>
        </p:spPr>
      </p:sp>
      <p:sp>
        <p:nvSpPr>
          <p:cNvPr id="16" name="Shape 14"/>
          <p:cNvSpPr/>
          <p:nvPr/>
        </p:nvSpPr>
        <p:spPr>
          <a:xfrm>
            <a:off x="10911535" y="3200400"/>
            <a:ext cx="640080" cy="640080"/>
          </a:xfrm>
          <a:prstGeom prst="rect">
            <a:avLst/>
          </a:prstGeom>
          <a:solidFill>
            <a:srgbClr val="C2432B"/>
          </a:solidFill>
          <a:ln w="12700">
            <a:solidFill>
              <a:srgbClr val="C2432B"/>
            </a:solidFill>
            <a:prstDash val="solid"/>
          </a:ln>
        </p:spPr>
      </p:sp>
      <p:sp>
        <p:nvSpPr>
          <p:cNvPr id="17" name="Shape 15"/>
          <p:cNvSpPr/>
          <p:nvPr/>
        </p:nvSpPr>
        <p:spPr>
          <a:xfrm>
            <a:off x="11551615" y="3200400"/>
            <a:ext cx="640080" cy="640080"/>
          </a:xfrm>
          <a:prstGeom prst="rect">
            <a:avLst/>
          </a:prstGeom>
          <a:solidFill>
            <a:srgbClr val="2A2640"/>
          </a:solidFill>
          <a:ln w="12700">
            <a:solidFill>
              <a:srgbClr val="2A2640"/>
            </a:solidFill>
            <a:prstDash val="solid"/>
          </a:ln>
        </p:spPr>
      </p:sp>
      <p:sp>
        <p:nvSpPr>
          <p:cNvPr id="18" name="Shape 16"/>
          <p:cNvSpPr/>
          <p:nvPr/>
        </p:nvSpPr>
        <p:spPr>
          <a:xfrm>
            <a:off x="10911535" y="3840480"/>
            <a:ext cx="640080" cy="640080"/>
          </a:xfrm>
          <a:prstGeom prst="rect">
            <a:avLst/>
          </a:prstGeom>
          <a:solidFill>
            <a:srgbClr val="2A2640"/>
          </a:solidFill>
          <a:ln w="12700">
            <a:solidFill>
              <a:srgbClr val="2A2640"/>
            </a:solidFill>
            <a:prstDash val="solid"/>
          </a:ln>
        </p:spPr>
      </p:sp>
      <p:sp>
        <p:nvSpPr>
          <p:cNvPr id="19" name="Shape 17"/>
          <p:cNvSpPr/>
          <p:nvPr/>
        </p:nvSpPr>
        <p:spPr>
          <a:xfrm>
            <a:off x="11551615" y="3840480"/>
            <a:ext cx="640080" cy="640080"/>
          </a:xfrm>
          <a:prstGeom prst="rect">
            <a:avLst/>
          </a:prstGeom>
          <a:solidFill>
            <a:srgbClr val="C2432B"/>
          </a:solidFill>
          <a:ln w="12700">
            <a:solidFill>
              <a:srgbClr val="C2432B"/>
            </a:solidFill>
            <a:prstDash val="solid"/>
          </a:ln>
        </p:spPr>
      </p:sp>
      <p:sp>
        <p:nvSpPr>
          <p:cNvPr id="20" name="Shape 18"/>
          <p:cNvSpPr/>
          <p:nvPr/>
        </p:nvSpPr>
        <p:spPr>
          <a:xfrm>
            <a:off x="10911535" y="4480560"/>
            <a:ext cx="640080" cy="640080"/>
          </a:xfrm>
          <a:prstGeom prst="rect">
            <a:avLst/>
          </a:prstGeom>
          <a:solidFill>
            <a:srgbClr val="C2432B"/>
          </a:solidFill>
          <a:ln w="12700">
            <a:solidFill>
              <a:srgbClr val="C2432B"/>
            </a:solidFill>
            <a:prstDash val="solid"/>
          </a:ln>
        </p:spPr>
      </p:sp>
      <p:sp>
        <p:nvSpPr>
          <p:cNvPr id="21" name="Shape 19"/>
          <p:cNvSpPr/>
          <p:nvPr/>
        </p:nvSpPr>
        <p:spPr>
          <a:xfrm>
            <a:off x="11551615" y="4480560"/>
            <a:ext cx="640080" cy="640080"/>
          </a:xfrm>
          <a:prstGeom prst="rect">
            <a:avLst/>
          </a:prstGeom>
          <a:solidFill>
            <a:srgbClr val="2A2640"/>
          </a:solidFill>
          <a:ln w="12700">
            <a:solidFill>
              <a:srgbClr val="2A2640"/>
            </a:solidFill>
            <a:prstDash val="solid"/>
          </a:ln>
        </p:spPr>
      </p:sp>
      <p:sp>
        <p:nvSpPr>
          <p:cNvPr id="22" name="Shape 20"/>
          <p:cNvSpPr/>
          <p:nvPr/>
        </p:nvSpPr>
        <p:spPr>
          <a:xfrm>
            <a:off x="10911535" y="5120640"/>
            <a:ext cx="640080" cy="640080"/>
          </a:xfrm>
          <a:prstGeom prst="rect">
            <a:avLst/>
          </a:prstGeom>
          <a:solidFill>
            <a:srgbClr val="2A2640"/>
          </a:solidFill>
          <a:ln w="12700">
            <a:solidFill>
              <a:srgbClr val="2A2640"/>
            </a:solidFill>
            <a:prstDash val="solid"/>
          </a:ln>
        </p:spPr>
      </p:sp>
      <p:sp>
        <p:nvSpPr>
          <p:cNvPr id="23" name="Shape 21"/>
          <p:cNvSpPr/>
          <p:nvPr/>
        </p:nvSpPr>
        <p:spPr>
          <a:xfrm>
            <a:off x="11551615" y="5120640"/>
            <a:ext cx="640080" cy="640080"/>
          </a:xfrm>
          <a:prstGeom prst="rect">
            <a:avLst/>
          </a:prstGeom>
          <a:solidFill>
            <a:srgbClr val="C2432B"/>
          </a:solidFill>
          <a:ln w="12700">
            <a:solidFill>
              <a:srgbClr val="C2432B"/>
            </a:solidFill>
            <a:prstDash val="solid"/>
          </a:ln>
        </p:spPr>
      </p:sp>
      <p:sp>
        <p:nvSpPr>
          <p:cNvPr id="24" name="Shape 22"/>
          <p:cNvSpPr/>
          <p:nvPr/>
        </p:nvSpPr>
        <p:spPr>
          <a:xfrm>
            <a:off x="10911535" y="5760720"/>
            <a:ext cx="640080" cy="640080"/>
          </a:xfrm>
          <a:prstGeom prst="rect">
            <a:avLst/>
          </a:prstGeom>
          <a:solidFill>
            <a:srgbClr val="C2432B"/>
          </a:solidFill>
          <a:ln w="12700">
            <a:solidFill>
              <a:srgbClr val="C2432B"/>
            </a:solidFill>
            <a:prstDash val="solid"/>
          </a:ln>
        </p:spPr>
      </p:sp>
      <p:sp>
        <p:nvSpPr>
          <p:cNvPr id="25" name="Shape 23"/>
          <p:cNvSpPr/>
          <p:nvPr/>
        </p:nvSpPr>
        <p:spPr>
          <a:xfrm>
            <a:off x="11551615" y="5760720"/>
            <a:ext cx="640080" cy="640080"/>
          </a:xfrm>
          <a:prstGeom prst="rect">
            <a:avLst/>
          </a:prstGeom>
          <a:solidFill>
            <a:srgbClr val="2A2640"/>
          </a:solidFill>
          <a:ln w="12700">
            <a:solidFill>
              <a:srgbClr val="2A2640"/>
            </a:solidFill>
            <a:prstDash val="solid"/>
          </a:ln>
        </p:spPr>
      </p:sp>
      <p:sp>
        <p:nvSpPr>
          <p:cNvPr id="26" name="Shape 24"/>
          <p:cNvSpPr/>
          <p:nvPr/>
        </p:nvSpPr>
        <p:spPr>
          <a:xfrm>
            <a:off x="10911535" y="6400800"/>
            <a:ext cx="640080" cy="640080"/>
          </a:xfrm>
          <a:prstGeom prst="rect">
            <a:avLst/>
          </a:prstGeom>
          <a:solidFill>
            <a:srgbClr val="2A2640"/>
          </a:solidFill>
          <a:ln w="12700">
            <a:solidFill>
              <a:srgbClr val="2A2640"/>
            </a:solidFill>
            <a:prstDash val="solid"/>
          </a:ln>
        </p:spPr>
      </p:sp>
      <p:sp>
        <p:nvSpPr>
          <p:cNvPr id="27" name="Shape 25"/>
          <p:cNvSpPr/>
          <p:nvPr/>
        </p:nvSpPr>
        <p:spPr>
          <a:xfrm>
            <a:off x="11551615" y="6400800"/>
            <a:ext cx="640080" cy="640080"/>
          </a:xfrm>
          <a:prstGeom prst="rect">
            <a:avLst/>
          </a:prstGeom>
          <a:solidFill>
            <a:srgbClr val="C2432B"/>
          </a:solidFill>
          <a:ln w="12700">
            <a:solidFill>
              <a:srgbClr val="C2432B"/>
            </a:solidFill>
            <a:prstDash val="solid"/>
          </a:ln>
        </p:spPr>
      </p:sp>
      <p:sp>
        <p:nvSpPr>
          <p:cNvPr id="28" name="Numéro"/>
          <p:cNvSpPr/>
          <p:nvPr>
            <p:ph idx="126" type="body" hasCustomPrompt="1"/>
          </p:nvPr>
        </p:nvSpPr>
        <p:spPr>
          <a:xfrm>
            <a:off x="640080" y="1280160"/>
            <a:ext cx="3657600" cy="1737360"/>
          </a:xfrm>
          <a:prstGeom prst="rect">
            <a:avLst/>
          </a:prstGeom>
          <a:noFill/>
          <a:ln/>
        </p:spPr>
        <p:txBody>
          <a:bodyPr wrap="square" rtlCol="0"/>
          <a:lstStyle>
            <a:lvl1pPr algn="l" indent="0" marL="0">
              <a:buNone/>
              <a:defRPr lang="en-US" sz="11000" dirty="0">
                <a:solidFill>
                  <a:srgbClr val="C2432B"/>
                </a:solidFill>
                <a:latin typeface="Playfair Display" pitchFamily="34" charset="0"/>
                <a:ea typeface="Playfair Display" pitchFamily="34" charset="-122"/>
                <a:cs typeface="Playfair Display" pitchFamily="34" charset="-120"/>
              </a:defRPr>
            </a:lvl1pPr>
          </a:lstStyle>
          <a:p>
            <a:pPr algn="l" indent="0" marL="0">
              <a:buNone/>
            </a:pPr>
            <a:r>
              <a:rPr lang="en-US" sz="11000" dirty="0">
                <a:solidFill>
                  <a:srgbClr val="C2432B"/>
                </a:solidFill>
                <a:latin typeface="Playfair Display" pitchFamily="34" charset="0"/>
                <a:ea typeface="Playfair Display" pitchFamily="34" charset="-122"/>
                <a:cs typeface="Playfair Display" pitchFamily="34" charset="-120"/>
              </a:rPr>
              <a:t>01</a:t>
            </a:r>
            <a:endParaRPr lang="en-US" sz="11000" dirty="0"/>
          </a:p>
        </p:txBody>
      </p:sp>
      <p:sp>
        <p:nvSpPr>
          <p:cNvPr id="29" name="Shape 26"/>
          <p:cNvSpPr/>
          <p:nvPr/>
        </p:nvSpPr>
        <p:spPr>
          <a:xfrm>
            <a:off x="640080" y="3291840"/>
            <a:ext cx="731520" cy="54864"/>
          </a:xfrm>
          <a:prstGeom prst="rect">
            <a:avLst/>
          </a:prstGeom>
          <a:solidFill>
            <a:srgbClr val="C8963A"/>
          </a:solidFill>
          <a:ln w="12700">
            <a:solidFill>
              <a:srgbClr val="C8963A"/>
            </a:solidFill>
            <a:prstDash val="solid"/>
          </a:ln>
        </p:spPr>
      </p:sp>
      <p:sp>
        <p:nvSpPr>
          <p:cNvPr id="30" name="Titre"/>
          <p:cNvSpPr/>
          <p:nvPr>
            <p:ph idx="128" type="title" hasCustomPrompt="1"/>
          </p:nvPr>
        </p:nvSpPr>
        <p:spPr>
          <a:xfrm>
            <a:off x="640080" y="3566160"/>
            <a:ext cx="8778240" cy="1554480"/>
          </a:xfrm>
          <a:prstGeom prst="rect">
            <a:avLst/>
          </a:prstGeom>
          <a:noFill/>
          <a:ln/>
        </p:spPr>
        <p:txBody>
          <a:bodyPr wrap="square" rtlCol="0"/>
          <a:lstStyle>
            <a:lvl1pPr algn="l" indent="0" marL="0">
              <a:buNone/>
              <a:defRPr lang="en-US" sz="4000" dirty="0">
                <a:solidFill>
                  <a:srgbClr val="F4EEE3"/>
                </a:solidFill>
                <a:latin typeface="Playfair Display" pitchFamily="34" charset="0"/>
                <a:ea typeface="Playfair Display" pitchFamily="34" charset="-122"/>
                <a:cs typeface="Playfair Display" pitchFamily="34" charset="-120"/>
              </a:defRPr>
            </a:lvl1pPr>
          </a:lstStyle>
          <a:p>
            <a:pPr algn="l" indent="0" marL="0">
              <a:buNone/>
            </a:pPr>
            <a:r>
              <a:rPr lang="en-US" sz="4000" dirty="0">
                <a:solidFill>
                  <a:srgbClr val="F4EEE3"/>
                </a:solidFill>
                <a:latin typeface="Playfair Display" pitchFamily="34" charset="0"/>
                <a:ea typeface="Playfair Display" pitchFamily="34" charset="-122"/>
                <a:cs typeface="Playfair Display" pitchFamily="34" charset="-120"/>
              </a:rPr>
              <a:t>Titre de la section</a:t>
            </a:r>
            <a:endParaRPr lang="en-US" sz="4000" dirty="0"/>
          </a:p>
        </p:txBody>
      </p:sp>
      <p:sp>
        <p:nvSpPr>
          <p:cNvPr id="31" name="Sous-titre"/>
          <p:cNvSpPr/>
          <p:nvPr>
            <p:ph idx="129" type="body" hasCustomPrompt="1"/>
          </p:nvPr>
        </p:nvSpPr>
        <p:spPr>
          <a:xfrm>
            <a:off x="640080" y="5212080"/>
            <a:ext cx="8412480" cy="731520"/>
          </a:xfrm>
          <a:prstGeom prst="rect">
            <a:avLst/>
          </a:prstGeom>
          <a:noFill/>
          <a:ln/>
        </p:spPr>
        <p:txBody>
          <a:bodyPr wrap="square" rtlCol="0"/>
          <a:lstStyle>
            <a:lvl1pPr algn="l" indent="0" marL="0">
              <a:buNone/>
              <a:defRPr lang="en-US" sz="1400" dirty="0">
                <a:solidFill>
                  <a:srgbClr val="D9D2E3"/>
                </a:solidFill>
                <a:latin typeface="Montserrat" pitchFamily="34" charset="0"/>
                <a:ea typeface="Montserrat" pitchFamily="34" charset="-122"/>
                <a:cs typeface="Montserrat" pitchFamily="34" charset="-120"/>
              </a:defRPr>
            </a:lvl1pPr>
          </a:lstStyle>
          <a:p>
            <a:pPr algn="l" indent="0" marL="0">
              <a:buNone/>
            </a:pPr>
            <a:r>
              <a:rPr lang="en-US" sz="1400" dirty="0">
                <a:solidFill>
                  <a:srgbClr val="D9D2E3"/>
                </a:solidFill>
                <a:latin typeface="Montserrat" pitchFamily="34" charset="0"/>
                <a:ea typeface="Montserrat" pitchFamily="34" charset="-122"/>
                <a:cs typeface="Montserrat" pitchFamily="34" charset="-120"/>
              </a:rPr>
              <a:t>Une phrase pour annoncer la section</a:t>
            </a:r>
            <a:endParaRPr lang="en-US" sz="1400"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05 Titre et texte">
    <p:bg>
      <p:bgPr>
        <a:solidFill>
          <a:srgbClr val="F4EEE3"/>
        </a:solidFill>
      </p:bgPr>
    </p:bg>
    <p:spTree>
      <p:nvGrpSpPr>
        <p:cNvPr id="1" name=""/>
        <p:cNvGrpSpPr/>
        <p:nvPr/>
      </p:nvGrpSpPr>
      <p:grpSpPr>
        <a:xfrm>
          <a:off x="0" y="0"/>
          <a:ext cx="0" cy="0"/>
          <a:chOff x="0" y="0"/>
          <a:chExt cx="0" cy="0"/>
        </a:xfrm>
      </p:grpSpPr>
      <p:sp>
        <p:nvSpPr>
          <p:cNvPr id="2" name="Text 0"/>
          <p:cNvSpPr/>
          <p:nvPr/>
        </p:nvSpPr>
        <p:spPr>
          <a:xfrm>
            <a:off x="640080" y="329184"/>
            <a:ext cx="2743200" cy="228600"/>
          </a:xfrm>
          <a:prstGeom prst="rect">
            <a:avLst/>
          </a:prstGeom>
          <a:noFill/>
          <a:ln/>
        </p:spPr>
        <p:txBody>
          <a:bodyPr wrap="square" lIns="0" tIns="0" rIns="0" bIns="0" rtlCol="0" anchor="ctr"/>
          <a:lstStyle/>
          <a:p>
            <a:pPr indent="0" marL="0">
              <a:buNone/>
            </a:pPr>
            <a:r>
              <a:rPr lang="en-US" sz="900" b="1" spc="400" kern="0" dirty="0">
                <a:solidFill>
                  <a:srgbClr val="1E1B2E"/>
                </a:solidFill>
                <a:latin typeface="Montserrat" pitchFamily="34" charset="0"/>
                <a:ea typeface="Montserrat" pitchFamily="34" charset="-122"/>
                <a:cs typeface="Montserrat" pitchFamily="34" charset="-120"/>
              </a:rPr>
              <a:t>POPTABLES</a:t>
            </a:r>
            <a:endParaRPr lang="en-US" sz="900" dirty="0"/>
          </a:p>
        </p:txBody>
      </p:sp>
      <p:sp>
        <p:nvSpPr>
          <p:cNvPr id="3" name="Shape 1"/>
          <p:cNvSpPr/>
          <p:nvPr/>
        </p:nvSpPr>
        <p:spPr>
          <a:xfrm>
            <a:off x="11002975" y="356616"/>
            <a:ext cx="137160" cy="137160"/>
          </a:xfrm>
          <a:prstGeom prst="rect">
            <a:avLst/>
          </a:prstGeom>
          <a:solidFill>
            <a:srgbClr val="C8963A"/>
          </a:solidFill>
          <a:ln w="12700">
            <a:solidFill>
              <a:srgbClr val="C8963A"/>
            </a:solidFill>
            <a:prstDash val="solid"/>
          </a:ln>
        </p:spPr>
      </p:sp>
      <p:sp>
        <p:nvSpPr>
          <p:cNvPr id="4" name="Text 2"/>
          <p:cNvSpPr/>
          <p:nvPr/>
        </p:nvSpPr>
        <p:spPr>
          <a:xfrm>
            <a:off x="11208715" y="356616"/>
            <a:ext cx="137160" cy="137160"/>
          </a:xfrm>
          <a:prstGeom prst="ellipse">
            <a:avLst/>
          </a:prstGeom>
          <a:solidFill>
            <a:srgbClr val="C2432B"/>
          </a:solidFill>
          <a:ln>
            <a:solidFill>
              <a:srgbClr val="C2432B"/>
            </a:solidFill>
          </a:ln>
        </p:spPr>
        <p:txBody>
          <a:bodyPr wrap="square" rtlCol="0" anchor="ctr"/>
          <a:lstStyle/>
          <a:p>
            <a:pPr indent="0" marL="0">
              <a:buNone/>
            </a:pPr>
            <a:endParaRPr lang="en-US" dirty="0"/>
          </a:p>
        </p:txBody>
      </p:sp>
      <p:sp>
        <p:nvSpPr>
          <p:cNvPr id="5" name="Text 3"/>
          <p:cNvSpPr/>
          <p:nvPr/>
        </p:nvSpPr>
        <p:spPr>
          <a:xfrm>
            <a:off x="11414455" y="356616"/>
            <a:ext cx="137160" cy="137160"/>
          </a:xfrm>
          <a:prstGeom prst="triangle">
            <a:avLst/>
          </a:prstGeom>
          <a:solidFill>
            <a:srgbClr val="1E1B2E"/>
          </a:solidFill>
          <a:ln>
            <a:solidFill>
              <a:srgbClr val="1E1B2E"/>
            </a:solidFill>
          </a:ln>
        </p:spPr>
        <p:txBody>
          <a:bodyPr wrap="square" rtlCol="0" anchor="ctr"/>
          <a:lstStyle/>
          <a:p>
            <a:pPr indent="0" marL="0">
              <a:buNone/>
            </a:pPr>
            <a:endParaRPr lang="en-US" dirty="0"/>
          </a:p>
        </p:txBody>
      </p:sp>
      <p:sp>
        <p:nvSpPr>
          <p:cNvPr id="6" name="Shape 4"/>
          <p:cNvSpPr/>
          <p:nvPr/>
        </p:nvSpPr>
        <p:spPr>
          <a:xfrm>
            <a:off x="640080" y="6382512"/>
            <a:ext cx="10911535" cy="0"/>
          </a:xfrm>
          <a:prstGeom prst="line">
            <a:avLst/>
          </a:prstGeom>
          <a:noFill/>
          <a:ln w="9525">
            <a:solidFill>
              <a:srgbClr val="D3C8B5"/>
            </a:solidFill>
            <a:prstDash val="solid"/>
          </a:ln>
        </p:spPr>
      </p:sp>
      <p:sp>
        <p:nvSpPr>
          <p:cNvPr id="7" name="Text 5"/>
          <p:cNvSpPr/>
          <p:nvPr/>
        </p:nvSpPr>
        <p:spPr>
          <a:xfrm>
            <a:off x="640080" y="6473952"/>
            <a:ext cx="5486400" cy="201168"/>
          </a:xfrm>
          <a:prstGeom prst="rect">
            <a:avLst/>
          </a:prstGeom>
          <a:noFill/>
          <a:ln/>
        </p:spPr>
        <p:txBody>
          <a:bodyPr wrap="square" lIns="0" tIns="0" rIns="0" bIns="0" rtlCol="0" anchor="ctr"/>
          <a:lstStyle/>
          <a:p>
            <a:pPr indent="0" marL="0">
              <a:buNone/>
            </a:pPr>
            <a:r>
              <a:rPr lang="en-US" sz="850" spc="100" kern="0" dirty="0">
                <a:solidFill>
                  <a:srgbClr val="6B6670"/>
                </a:solidFill>
                <a:latin typeface="Montserrat" pitchFamily="34" charset="0"/>
                <a:ea typeface="Montserrat" pitchFamily="34" charset="-122"/>
                <a:cs typeface="Montserrat" pitchFamily="34" charset="-120"/>
              </a:rPr>
              <a:t>Projet PopTables  ·  Document confidentiel</a:t>
            </a:r>
            <a:endParaRPr lang="en-US" sz="850" dirty="0"/>
          </a:p>
        </p:txBody>
      </p:sp>
      <p:sp>
        <p:nvSpPr>
          <p:cNvPr id="8" name="Surtitre"/>
          <p:cNvSpPr/>
          <p:nvPr>
            <p:ph idx="106" type="body" hasCustomPrompt="1"/>
          </p:nvPr>
        </p:nvSpPr>
        <p:spPr>
          <a:xfrm>
            <a:off x="640080" y="914400"/>
            <a:ext cx="8229600" cy="274320"/>
          </a:xfrm>
          <a:prstGeom prst="rect">
            <a:avLst/>
          </a:prstGeom>
          <a:noFill/>
          <a:ln/>
        </p:spPr>
        <p:txBody>
          <a:bodyPr wrap="square" rtlCol="0"/>
          <a:lstStyle>
            <a:lvl1pPr algn="l" indent="0" marL="0">
              <a:buNone/>
              <a:defRPr lang="en-US" sz="1000" b="1" spc="300" kern="0" dirty="0">
                <a:solidFill>
                  <a:srgbClr val="C2432B"/>
                </a:solidFill>
                <a:latin typeface="Montserrat" pitchFamily="34" charset="0"/>
                <a:ea typeface="Montserrat" pitchFamily="34" charset="-122"/>
                <a:cs typeface="Montserrat" pitchFamily="34" charset="-120"/>
              </a:defRPr>
            </a:lvl1pPr>
          </a:lstStyle>
          <a:p>
            <a:pPr algn="l" indent="0" marL="0">
              <a:buNone/>
            </a:pPr>
            <a:r>
              <a:rPr lang="en-US" sz="1000" b="1" spc="300" kern="0" dirty="0">
                <a:solidFill>
                  <a:srgbClr val="C2432B"/>
                </a:solidFill>
                <a:latin typeface="Montserrat" pitchFamily="34" charset="0"/>
                <a:ea typeface="Montserrat" pitchFamily="34" charset="-122"/>
                <a:cs typeface="Montserrat" pitchFamily="34" charset="-120"/>
              </a:rPr>
              <a:t>SURTITRE</a:t>
            </a:r>
            <a:endParaRPr lang="en-US" sz="1000" dirty="0"/>
          </a:p>
        </p:txBody>
      </p:sp>
      <p:sp>
        <p:nvSpPr>
          <p:cNvPr id="9" name="Titre"/>
          <p:cNvSpPr/>
          <p:nvPr>
            <p:ph idx="107" type="title" hasCustomPrompt="1"/>
          </p:nvPr>
        </p:nvSpPr>
        <p:spPr>
          <a:xfrm>
            <a:off x="640080" y="1234440"/>
            <a:ext cx="10911535" cy="1097280"/>
          </a:xfrm>
          <a:prstGeom prst="rect">
            <a:avLst/>
          </a:prstGeom>
          <a:noFill/>
          <a:ln/>
        </p:spPr>
        <p:txBody>
          <a:bodyPr wrap="square" rtlCol="0"/>
          <a:lstStyle>
            <a:lvl1pPr algn="l" indent="0" marL="0">
              <a:buNone/>
              <a:defRPr lang="en-US" sz="3000" dirty="0">
                <a:solidFill>
                  <a:srgbClr val="1E1B2E"/>
                </a:solidFill>
                <a:latin typeface="Playfair Display" pitchFamily="34" charset="0"/>
                <a:ea typeface="Playfair Display" pitchFamily="34" charset="-122"/>
                <a:cs typeface="Playfair Display" pitchFamily="34" charset="-120"/>
              </a:defRPr>
            </a:lvl1pPr>
          </a:lstStyle>
          <a:p>
            <a:pPr algn="l" indent="0" marL="0">
              <a:buNone/>
            </a:pPr>
            <a:r>
              <a:rPr lang="en-US" sz="3000" dirty="0">
                <a:solidFill>
                  <a:srgbClr val="1E1B2E"/>
                </a:solidFill>
                <a:latin typeface="Playfair Display" pitchFamily="34" charset="0"/>
                <a:ea typeface="Playfair Display" pitchFamily="34" charset="-122"/>
                <a:cs typeface="Playfair Display" pitchFamily="34" charset="-120"/>
              </a:rPr>
              <a:t>Cliquez pour ajouter un titre</a:t>
            </a:r>
            <a:endParaRPr lang="en-US" sz="3000" dirty="0"/>
          </a:p>
        </p:txBody>
      </p:sp>
      <p:sp>
        <p:nvSpPr>
          <p:cNvPr id="10" name="Texte"/>
          <p:cNvSpPr/>
          <p:nvPr>
            <p:ph idx="108" type="body" hasCustomPrompt="1"/>
          </p:nvPr>
        </p:nvSpPr>
        <p:spPr>
          <a:xfrm>
            <a:off x="640080" y="2560320"/>
            <a:ext cx="7680960" cy="3566160"/>
          </a:xfrm>
          <a:prstGeom prst="rect">
            <a:avLst/>
          </a:prstGeom>
          <a:noFill/>
          <a:ln/>
        </p:spPr>
        <p:txBody>
          <a:bodyPr wrap="square" rtlCol="0"/>
          <a:lstStyle>
            <a:lvl1pPr algn="l" indent="0" marL="0">
              <a:lnSpc>
                <a:spcPct val="115000"/>
              </a:lnSpc>
              <a:buNone/>
              <a:defRPr lang="en-US" sz="1500" dirty="0">
                <a:solidFill>
                  <a:srgbClr val="26232F"/>
                </a:solidFill>
                <a:latin typeface="Montserrat" pitchFamily="34" charset="0"/>
                <a:ea typeface="Montserrat" pitchFamily="34" charset="-122"/>
                <a:cs typeface="Montserrat" pitchFamily="34" charset="-120"/>
              </a:defRPr>
            </a:lvl1pPr>
          </a:lstStyle>
          <a:p>
            <a:pPr algn="l" indent="0" marL="0">
              <a:lnSpc>
                <a:spcPct val="115000"/>
              </a:lnSpc>
              <a:buNone/>
            </a:pPr>
            <a:r>
              <a:rPr lang="en-US" sz="1500" dirty="0">
                <a:solidFill>
                  <a:srgbClr val="26232F"/>
                </a:solidFill>
                <a:latin typeface="Montserrat" pitchFamily="34" charset="0"/>
                <a:ea typeface="Montserrat" pitchFamily="34" charset="-122"/>
                <a:cs typeface="Montserrat" pitchFamily="34" charset="-120"/>
              </a:rPr>
              <a:t>Cliquez pour ajouter du texte</a:t>
            </a:r>
            <a:endParaRPr lang="en-US" sz="1500" dirty="0"/>
          </a:p>
        </p:txBody>
      </p:sp>
      <p:sp>
        <p:nvSpPr>
          <p:cNvPr id="11" name="Shape 6"/>
          <p:cNvSpPr/>
          <p:nvPr/>
        </p:nvSpPr>
        <p:spPr>
          <a:xfrm>
            <a:off x="9144000" y="2606040"/>
            <a:ext cx="36576" cy="3474720"/>
          </a:xfrm>
          <a:prstGeom prst="rect">
            <a:avLst/>
          </a:prstGeom>
          <a:solidFill>
            <a:srgbClr val="D3C8B5"/>
          </a:solidFill>
          <a:ln w="12700">
            <a:solidFill>
              <a:srgbClr val="D3C8B5"/>
            </a:solidFill>
            <a:prstDash val="solid"/>
          </a:ln>
        </p:spPr>
      </p:sp>
      <p:sp>
        <p:nvSpPr>
          <p:cNvPr id="12" name="Encadré"/>
          <p:cNvSpPr/>
          <p:nvPr>
            <p:ph idx="110" type="body" hasCustomPrompt="1"/>
          </p:nvPr>
        </p:nvSpPr>
        <p:spPr>
          <a:xfrm>
            <a:off x="9464040" y="2560320"/>
            <a:ext cx="2103120" cy="3566160"/>
          </a:xfrm>
          <a:prstGeom prst="rect">
            <a:avLst/>
          </a:prstGeom>
          <a:noFill/>
          <a:ln/>
        </p:spPr>
        <p:txBody>
          <a:bodyPr wrap="square" rtlCol="0"/>
          <a:lstStyle>
            <a:lvl1pPr algn="l" indent="0" marL="0">
              <a:buNone/>
              <a:defRPr lang="en-US" sz="1800" dirty="0">
                <a:solidFill>
                  <a:srgbClr val="C2432B"/>
                </a:solidFill>
                <a:latin typeface="Playfair Display" pitchFamily="34" charset="0"/>
                <a:ea typeface="Playfair Display" pitchFamily="34" charset="-122"/>
                <a:cs typeface="Playfair Display" pitchFamily="34" charset="-120"/>
              </a:defRPr>
            </a:lvl1pPr>
          </a:lstStyle>
          <a:p>
            <a:pPr algn="l" indent="0" marL="0">
              <a:buNone/>
            </a:pPr>
            <a:r>
              <a:rPr lang="en-US" sz="1800" dirty="0">
                <a:solidFill>
                  <a:srgbClr val="C2432B"/>
                </a:solidFill>
                <a:latin typeface="Playfair Display" pitchFamily="34" charset="0"/>
                <a:ea typeface="Playfair Display" pitchFamily="34" charset="-122"/>
                <a:cs typeface="Playfair Display" pitchFamily="34" charset="-120"/>
              </a:rPr>
              <a:t>Message clé ou chiffre à retenir</a:t>
            </a:r>
            <a:endParaRPr lang="en-US" sz="1800" dirty="0"/>
          </a:p>
        </p:txBody>
      </p:sp>
      <p:sp>
        <p:nvSpPr>
          <p:cNvPr id="25" name="Slide Number Placeholder 0"/>
          <p:cNvSpPr>
            <a:spLocks noGrp="1"/>
          </p:cNvSpPr>
          <p:nvPr>
            <p:ph type="sldNum" sz="quarter" idx="4294967295"/>
          </p:nvPr>
        </p:nvSpPr>
        <p:spPr>
          <a:xfrm>
            <a:off x="11002975" y="6455664"/>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6670"/>
                </a:solidFill>
                <a:latin typeface="Montserrat"/>
                <a:ea typeface="Montserrat"/>
                <a:cs typeface="Montserrat"/>
              </a:defRPr>
            </a:lvl1pPr>
          </a:lstStyle>
          <a:p>
            <a:pPr algn="r"/>
            <a:fld id="{F7021451-1387-4CA6-816F-3879F97B5CBC}" type="slidenum">
              <a:rPr b="0" lang="en-US"/>
              <a:t>1006</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06 Deux colonnes">
    <p:bg>
      <p:bgPr>
        <a:solidFill>
          <a:srgbClr val="F4EEE3"/>
        </a:solidFill>
      </p:bgPr>
    </p:bg>
    <p:spTree>
      <p:nvGrpSpPr>
        <p:cNvPr id="1" name=""/>
        <p:cNvGrpSpPr/>
        <p:nvPr/>
      </p:nvGrpSpPr>
      <p:grpSpPr>
        <a:xfrm>
          <a:off x="0" y="0"/>
          <a:ext cx="0" cy="0"/>
          <a:chOff x="0" y="0"/>
          <a:chExt cx="0" cy="0"/>
        </a:xfrm>
      </p:grpSpPr>
      <p:sp>
        <p:nvSpPr>
          <p:cNvPr id="2" name="Text 0"/>
          <p:cNvSpPr/>
          <p:nvPr/>
        </p:nvSpPr>
        <p:spPr>
          <a:xfrm>
            <a:off x="640080" y="329184"/>
            <a:ext cx="2743200" cy="228600"/>
          </a:xfrm>
          <a:prstGeom prst="rect">
            <a:avLst/>
          </a:prstGeom>
          <a:noFill/>
          <a:ln/>
        </p:spPr>
        <p:txBody>
          <a:bodyPr wrap="square" lIns="0" tIns="0" rIns="0" bIns="0" rtlCol="0" anchor="ctr"/>
          <a:lstStyle/>
          <a:p>
            <a:pPr indent="0" marL="0">
              <a:buNone/>
            </a:pPr>
            <a:r>
              <a:rPr lang="en-US" sz="900" b="1" spc="400" kern="0" dirty="0">
                <a:solidFill>
                  <a:srgbClr val="1E1B2E"/>
                </a:solidFill>
                <a:latin typeface="Montserrat" pitchFamily="34" charset="0"/>
                <a:ea typeface="Montserrat" pitchFamily="34" charset="-122"/>
                <a:cs typeface="Montserrat" pitchFamily="34" charset="-120"/>
              </a:rPr>
              <a:t>POPTABLES</a:t>
            </a:r>
            <a:endParaRPr lang="en-US" sz="900" dirty="0"/>
          </a:p>
        </p:txBody>
      </p:sp>
      <p:sp>
        <p:nvSpPr>
          <p:cNvPr id="3" name="Shape 1"/>
          <p:cNvSpPr/>
          <p:nvPr/>
        </p:nvSpPr>
        <p:spPr>
          <a:xfrm>
            <a:off x="11002975" y="356616"/>
            <a:ext cx="137160" cy="137160"/>
          </a:xfrm>
          <a:prstGeom prst="rect">
            <a:avLst/>
          </a:prstGeom>
          <a:solidFill>
            <a:srgbClr val="C8963A"/>
          </a:solidFill>
          <a:ln w="12700">
            <a:solidFill>
              <a:srgbClr val="C8963A"/>
            </a:solidFill>
            <a:prstDash val="solid"/>
          </a:ln>
        </p:spPr>
      </p:sp>
      <p:sp>
        <p:nvSpPr>
          <p:cNvPr id="4" name="Text 2"/>
          <p:cNvSpPr/>
          <p:nvPr/>
        </p:nvSpPr>
        <p:spPr>
          <a:xfrm>
            <a:off x="11208715" y="356616"/>
            <a:ext cx="137160" cy="137160"/>
          </a:xfrm>
          <a:prstGeom prst="ellipse">
            <a:avLst/>
          </a:prstGeom>
          <a:solidFill>
            <a:srgbClr val="C2432B"/>
          </a:solidFill>
          <a:ln>
            <a:solidFill>
              <a:srgbClr val="C2432B"/>
            </a:solidFill>
          </a:ln>
        </p:spPr>
        <p:txBody>
          <a:bodyPr wrap="square" rtlCol="0" anchor="ctr"/>
          <a:lstStyle/>
          <a:p>
            <a:pPr indent="0" marL="0">
              <a:buNone/>
            </a:pPr>
            <a:endParaRPr lang="en-US" dirty="0"/>
          </a:p>
        </p:txBody>
      </p:sp>
      <p:sp>
        <p:nvSpPr>
          <p:cNvPr id="5" name="Text 3"/>
          <p:cNvSpPr/>
          <p:nvPr/>
        </p:nvSpPr>
        <p:spPr>
          <a:xfrm>
            <a:off x="11414455" y="356616"/>
            <a:ext cx="137160" cy="137160"/>
          </a:xfrm>
          <a:prstGeom prst="triangle">
            <a:avLst/>
          </a:prstGeom>
          <a:solidFill>
            <a:srgbClr val="1E1B2E"/>
          </a:solidFill>
          <a:ln>
            <a:solidFill>
              <a:srgbClr val="1E1B2E"/>
            </a:solidFill>
          </a:ln>
        </p:spPr>
        <p:txBody>
          <a:bodyPr wrap="square" rtlCol="0" anchor="ctr"/>
          <a:lstStyle/>
          <a:p>
            <a:pPr indent="0" marL="0">
              <a:buNone/>
            </a:pPr>
            <a:endParaRPr lang="en-US" dirty="0"/>
          </a:p>
        </p:txBody>
      </p:sp>
      <p:sp>
        <p:nvSpPr>
          <p:cNvPr id="6" name="Shape 4"/>
          <p:cNvSpPr/>
          <p:nvPr/>
        </p:nvSpPr>
        <p:spPr>
          <a:xfrm>
            <a:off x="640080" y="6382512"/>
            <a:ext cx="10911535" cy="0"/>
          </a:xfrm>
          <a:prstGeom prst="line">
            <a:avLst/>
          </a:prstGeom>
          <a:noFill/>
          <a:ln w="9525">
            <a:solidFill>
              <a:srgbClr val="D3C8B5"/>
            </a:solidFill>
            <a:prstDash val="solid"/>
          </a:ln>
        </p:spPr>
      </p:sp>
      <p:sp>
        <p:nvSpPr>
          <p:cNvPr id="7" name="Text 5"/>
          <p:cNvSpPr/>
          <p:nvPr/>
        </p:nvSpPr>
        <p:spPr>
          <a:xfrm>
            <a:off x="640080" y="6473952"/>
            <a:ext cx="5486400" cy="201168"/>
          </a:xfrm>
          <a:prstGeom prst="rect">
            <a:avLst/>
          </a:prstGeom>
          <a:noFill/>
          <a:ln/>
        </p:spPr>
        <p:txBody>
          <a:bodyPr wrap="square" lIns="0" tIns="0" rIns="0" bIns="0" rtlCol="0" anchor="ctr"/>
          <a:lstStyle/>
          <a:p>
            <a:pPr indent="0" marL="0">
              <a:buNone/>
            </a:pPr>
            <a:r>
              <a:rPr lang="en-US" sz="850" spc="100" kern="0" dirty="0">
                <a:solidFill>
                  <a:srgbClr val="6B6670"/>
                </a:solidFill>
                <a:latin typeface="Montserrat" pitchFamily="34" charset="0"/>
                <a:ea typeface="Montserrat" pitchFamily="34" charset="-122"/>
                <a:cs typeface="Montserrat" pitchFamily="34" charset="-120"/>
              </a:rPr>
              <a:t>Projet PopTables  ·  Document confidentiel</a:t>
            </a:r>
            <a:endParaRPr lang="en-US" sz="850" dirty="0"/>
          </a:p>
        </p:txBody>
      </p:sp>
      <p:sp>
        <p:nvSpPr>
          <p:cNvPr id="8" name="Surtitre"/>
          <p:cNvSpPr/>
          <p:nvPr>
            <p:ph idx="106" type="body" hasCustomPrompt="1"/>
          </p:nvPr>
        </p:nvSpPr>
        <p:spPr>
          <a:xfrm>
            <a:off x="640080" y="914400"/>
            <a:ext cx="8229600" cy="274320"/>
          </a:xfrm>
          <a:prstGeom prst="rect">
            <a:avLst/>
          </a:prstGeom>
          <a:noFill/>
          <a:ln/>
        </p:spPr>
        <p:txBody>
          <a:bodyPr wrap="square" rtlCol="0"/>
          <a:lstStyle>
            <a:lvl1pPr algn="l" indent="0" marL="0">
              <a:buNone/>
              <a:defRPr lang="en-US" sz="1000" b="1" spc="300" kern="0" dirty="0">
                <a:solidFill>
                  <a:srgbClr val="C2432B"/>
                </a:solidFill>
                <a:latin typeface="Montserrat" pitchFamily="34" charset="0"/>
                <a:ea typeface="Montserrat" pitchFamily="34" charset="-122"/>
                <a:cs typeface="Montserrat" pitchFamily="34" charset="-120"/>
              </a:defRPr>
            </a:lvl1pPr>
          </a:lstStyle>
          <a:p>
            <a:pPr algn="l" indent="0" marL="0">
              <a:buNone/>
            </a:pPr>
            <a:r>
              <a:rPr lang="en-US" sz="1000" b="1" spc="300" kern="0" dirty="0">
                <a:solidFill>
                  <a:srgbClr val="C2432B"/>
                </a:solidFill>
                <a:latin typeface="Montserrat" pitchFamily="34" charset="0"/>
                <a:ea typeface="Montserrat" pitchFamily="34" charset="-122"/>
                <a:cs typeface="Montserrat" pitchFamily="34" charset="-120"/>
              </a:rPr>
              <a:t>SURTITRE</a:t>
            </a:r>
            <a:endParaRPr lang="en-US" sz="1000" dirty="0"/>
          </a:p>
        </p:txBody>
      </p:sp>
      <p:sp>
        <p:nvSpPr>
          <p:cNvPr id="9" name="Titre"/>
          <p:cNvSpPr/>
          <p:nvPr>
            <p:ph idx="107" type="title" hasCustomPrompt="1"/>
          </p:nvPr>
        </p:nvSpPr>
        <p:spPr>
          <a:xfrm>
            <a:off x="640080" y="1234440"/>
            <a:ext cx="10911535" cy="1097280"/>
          </a:xfrm>
          <a:prstGeom prst="rect">
            <a:avLst/>
          </a:prstGeom>
          <a:noFill/>
          <a:ln/>
        </p:spPr>
        <p:txBody>
          <a:bodyPr wrap="square" rtlCol="0"/>
          <a:lstStyle>
            <a:lvl1pPr algn="l" indent="0" marL="0">
              <a:buNone/>
              <a:defRPr lang="en-US" sz="3000" dirty="0">
                <a:solidFill>
                  <a:srgbClr val="1E1B2E"/>
                </a:solidFill>
                <a:latin typeface="Playfair Display" pitchFamily="34" charset="0"/>
                <a:ea typeface="Playfair Display" pitchFamily="34" charset="-122"/>
                <a:cs typeface="Playfair Display" pitchFamily="34" charset="-120"/>
              </a:defRPr>
            </a:lvl1pPr>
          </a:lstStyle>
          <a:p>
            <a:pPr algn="l" indent="0" marL="0">
              <a:buNone/>
            </a:pPr>
            <a:r>
              <a:rPr lang="en-US" sz="3000" dirty="0">
                <a:solidFill>
                  <a:srgbClr val="1E1B2E"/>
                </a:solidFill>
                <a:latin typeface="Playfair Display" pitchFamily="34" charset="0"/>
                <a:ea typeface="Playfair Display" pitchFamily="34" charset="-122"/>
                <a:cs typeface="Playfair Display" pitchFamily="34" charset="-120"/>
              </a:rPr>
              <a:t>Cliquez pour ajouter un titre</a:t>
            </a:r>
            <a:endParaRPr lang="en-US" sz="3000" dirty="0"/>
          </a:p>
        </p:txBody>
      </p:sp>
      <p:sp>
        <p:nvSpPr>
          <p:cNvPr id="10" name="Shape 6"/>
          <p:cNvSpPr/>
          <p:nvPr/>
        </p:nvSpPr>
        <p:spPr>
          <a:xfrm>
            <a:off x="640080" y="2560320"/>
            <a:ext cx="5257800" cy="45720"/>
          </a:xfrm>
          <a:prstGeom prst="rect">
            <a:avLst/>
          </a:prstGeom>
          <a:solidFill>
            <a:srgbClr val="C2432B"/>
          </a:solidFill>
          <a:ln w="12700">
            <a:solidFill>
              <a:srgbClr val="C2432B"/>
            </a:solidFill>
            <a:prstDash val="solid"/>
          </a:ln>
        </p:spPr>
      </p:sp>
      <p:sp>
        <p:nvSpPr>
          <p:cNvPr id="11" name="Shape 7"/>
          <p:cNvSpPr/>
          <p:nvPr/>
        </p:nvSpPr>
        <p:spPr>
          <a:xfrm>
            <a:off x="6309360" y="2560320"/>
            <a:ext cx="5257800" cy="45720"/>
          </a:xfrm>
          <a:prstGeom prst="rect">
            <a:avLst/>
          </a:prstGeom>
          <a:solidFill>
            <a:srgbClr val="C8963A"/>
          </a:solidFill>
          <a:ln w="12700">
            <a:solidFill>
              <a:srgbClr val="C8963A"/>
            </a:solidFill>
            <a:prstDash val="solid"/>
          </a:ln>
        </p:spPr>
      </p:sp>
      <p:sp>
        <p:nvSpPr>
          <p:cNvPr id="12" name="Intertitre gauche"/>
          <p:cNvSpPr/>
          <p:nvPr>
            <p:ph idx="110" type="body" hasCustomPrompt="1"/>
          </p:nvPr>
        </p:nvSpPr>
        <p:spPr>
          <a:xfrm>
            <a:off x="640080" y="2743200"/>
            <a:ext cx="5257800" cy="411480"/>
          </a:xfrm>
          <a:prstGeom prst="rect">
            <a:avLst/>
          </a:prstGeom>
          <a:noFill/>
          <a:ln/>
        </p:spPr>
        <p:txBody>
          <a:bodyPr wrap="square" rtlCol="0"/>
          <a:lstStyle>
            <a:lvl1pPr algn="l" indent="0" marL="0">
              <a:buNone/>
              <a:defRPr lang="en-US" sz="2000" dirty="0">
                <a:solidFill>
                  <a:srgbClr val="1E1B2E"/>
                </a:solidFill>
                <a:latin typeface="Playfair Display" pitchFamily="34" charset="0"/>
                <a:ea typeface="Playfair Display" pitchFamily="34" charset="-122"/>
                <a:cs typeface="Playfair Display" pitchFamily="34" charset="-120"/>
              </a:defRPr>
            </a:lvl1pPr>
          </a:lstStyle>
          <a:p>
            <a:pPr algn="l" indent="0" marL="0">
              <a:buNone/>
            </a:pPr>
            <a:r>
              <a:rPr lang="en-US" sz="2000" dirty="0">
                <a:solidFill>
                  <a:srgbClr val="1E1B2E"/>
                </a:solidFill>
                <a:latin typeface="Playfair Display" pitchFamily="34" charset="0"/>
                <a:ea typeface="Playfair Display" pitchFamily="34" charset="-122"/>
                <a:cs typeface="Playfair Display" pitchFamily="34" charset="-120"/>
              </a:rPr>
              <a:t>Intertitre</a:t>
            </a:r>
            <a:endParaRPr lang="en-US" sz="2000" dirty="0"/>
          </a:p>
        </p:txBody>
      </p:sp>
      <p:sp>
        <p:nvSpPr>
          <p:cNvPr id="13" name="Intertitre droite"/>
          <p:cNvSpPr/>
          <p:nvPr>
            <p:ph idx="111" type="body" hasCustomPrompt="1"/>
          </p:nvPr>
        </p:nvSpPr>
        <p:spPr>
          <a:xfrm>
            <a:off x="6309360" y="2743200"/>
            <a:ext cx="5257800" cy="411480"/>
          </a:xfrm>
          <a:prstGeom prst="rect">
            <a:avLst/>
          </a:prstGeom>
          <a:noFill/>
          <a:ln/>
        </p:spPr>
        <p:txBody>
          <a:bodyPr wrap="square" rtlCol="0"/>
          <a:lstStyle>
            <a:lvl1pPr algn="l" indent="0" marL="0">
              <a:buNone/>
              <a:defRPr lang="en-US" sz="2000" dirty="0">
                <a:solidFill>
                  <a:srgbClr val="1E1B2E"/>
                </a:solidFill>
                <a:latin typeface="Playfair Display" pitchFamily="34" charset="0"/>
                <a:ea typeface="Playfair Display" pitchFamily="34" charset="-122"/>
                <a:cs typeface="Playfair Display" pitchFamily="34" charset="-120"/>
              </a:defRPr>
            </a:lvl1pPr>
          </a:lstStyle>
          <a:p>
            <a:pPr algn="l" indent="0" marL="0">
              <a:buNone/>
            </a:pPr>
            <a:r>
              <a:rPr lang="en-US" sz="2000" dirty="0">
                <a:solidFill>
                  <a:srgbClr val="1E1B2E"/>
                </a:solidFill>
                <a:latin typeface="Playfair Display" pitchFamily="34" charset="0"/>
                <a:ea typeface="Playfair Display" pitchFamily="34" charset="-122"/>
                <a:cs typeface="Playfair Display" pitchFamily="34" charset="-120"/>
              </a:rPr>
              <a:t>Intertitre</a:t>
            </a:r>
            <a:endParaRPr lang="en-US" sz="2000" dirty="0"/>
          </a:p>
        </p:txBody>
      </p:sp>
      <p:sp>
        <p:nvSpPr>
          <p:cNvPr id="14" name="Texte gauche"/>
          <p:cNvSpPr/>
          <p:nvPr>
            <p:ph idx="112" type="body" hasCustomPrompt="1"/>
          </p:nvPr>
        </p:nvSpPr>
        <p:spPr>
          <a:xfrm>
            <a:off x="640080" y="3291840"/>
            <a:ext cx="5257800" cy="2834640"/>
          </a:xfrm>
          <a:prstGeom prst="rect">
            <a:avLst/>
          </a:prstGeom>
          <a:noFill/>
          <a:ln/>
        </p:spPr>
        <p:txBody>
          <a:bodyPr wrap="square" rtlCol="0"/>
          <a:lstStyle>
            <a:lvl1pPr algn="l" indent="0" marL="0">
              <a:lnSpc>
                <a:spcPct val="115000"/>
              </a:lnSpc>
              <a:buNone/>
              <a:defRPr lang="en-US" sz="1500" dirty="0">
                <a:solidFill>
                  <a:srgbClr val="26232F"/>
                </a:solidFill>
                <a:latin typeface="Montserrat" pitchFamily="34" charset="0"/>
                <a:ea typeface="Montserrat" pitchFamily="34" charset="-122"/>
                <a:cs typeface="Montserrat" pitchFamily="34" charset="-120"/>
              </a:defRPr>
            </a:lvl1pPr>
          </a:lstStyle>
          <a:p>
            <a:pPr algn="l" indent="0" marL="0">
              <a:lnSpc>
                <a:spcPct val="115000"/>
              </a:lnSpc>
              <a:buNone/>
            </a:pPr>
            <a:r>
              <a:rPr lang="en-US" sz="1500" dirty="0">
                <a:solidFill>
                  <a:srgbClr val="26232F"/>
                </a:solidFill>
                <a:latin typeface="Montserrat" pitchFamily="34" charset="0"/>
                <a:ea typeface="Montserrat" pitchFamily="34" charset="-122"/>
                <a:cs typeface="Montserrat" pitchFamily="34" charset="-120"/>
              </a:rPr>
              <a:t>Cliquez pour ajouter du texte</a:t>
            </a:r>
            <a:endParaRPr lang="en-US" sz="1500" dirty="0"/>
          </a:p>
        </p:txBody>
      </p:sp>
      <p:sp>
        <p:nvSpPr>
          <p:cNvPr id="15" name="Texte droite"/>
          <p:cNvSpPr/>
          <p:nvPr>
            <p:ph idx="113" type="body" hasCustomPrompt="1"/>
          </p:nvPr>
        </p:nvSpPr>
        <p:spPr>
          <a:xfrm>
            <a:off x="6309360" y="3291840"/>
            <a:ext cx="5257800" cy="2834640"/>
          </a:xfrm>
          <a:prstGeom prst="rect">
            <a:avLst/>
          </a:prstGeom>
          <a:noFill/>
          <a:ln/>
        </p:spPr>
        <p:txBody>
          <a:bodyPr wrap="square" rtlCol="0"/>
          <a:lstStyle>
            <a:lvl1pPr algn="l" indent="0" marL="0">
              <a:lnSpc>
                <a:spcPct val="115000"/>
              </a:lnSpc>
              <a:buNone/>
              <a:defRPr lang="en-US" sz="1500" dirty="0">
                <a:solidFill>
                  <a:srgbClr val="26232F"/>
                </a:solidFill>
                <a:latin typeface="Montserrat" pitchFamily="34" charset="0"/>
                <a:ea typeface="Montserrat" pitchFamily="34" charset="-122"/>
                <a:cs typeface="Montserrat" pitchFamily="34" charset="-120"/>
              </a:defRPr>
            </a:lvl1pPr>
          </a:lstStyle>
          <a:p>
            <a:pPr algn="l" indent="0" marL="0">
              <a:lnSpc>
                <a:spcPct val="115000"/>
              </a:lnSpc>
              <a:buNone/>
            </a:pPr>
            <a:r>
              <a:rPr lang="en-US" sz="1500" dirty="0">
                <a:solidFill>
                  <a:srgbClr val="26232F"/>
                </a:solidFill>
                <a:latin typeface="Montserrat" pitchFamily="34" charset="0"/>
                <a:ea typeface="Montserrat" pitchFamily="34" charset="-122"/>
                <a:cs typeface="Montserrat" pitchFamily="34" charset="-120"/>
              </a:rPr>
              <a:t>Cliquez pour ajouter du texte</a:t>
            </a:r>
            <a:endParaRPr lang="en-US" sz="1500" dirty="0"/>
          </a:p>
        </p:txBody>
      </p:sp>
      <p:sp>
        <p:nvSpPr>
          <p:cNvPr id="25" name="Slide Number Placeholder 0"/>
          <p:cNvSpPr>
            <a:spLocks noGrp="1"/>
          </p:cNvSpPr>
          <p:nvPr>
            <p:ph type="sldNum" sz="quarter" idx="4294967295"/>
          </p:nvPr>
        </p:nvSpPr>
        <p:spPr>
          <a:xfrm>
            <a:off x="11002975" y="6455664"/>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6670"/>
                </a:solidFill>
                <a:latin typeface="Montserrat"/>
                <a:ea typeface="Montserrat"/>
                <a:cs typeface="Montserrat"/>
              </a:defRPr>
            </a:lvl1pPr>
          </a:lstStyle>
          <a:p>
            <a:pPr algn="r"/>
            <a:fld id="{F7021451-1387-4CA6-816F-3879F97B5CBC}" type="slidenum">
              <a:rPr b="0" lang="en-US"/>
              <a:t>1007</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07 Texte et image à droite">
    <p:bg>
      <p:bgPr>
        <a:solidFill>
          <a:srgbClr val="F4EEE3"/>
        </a:solidFill>
      </p:bgPr>
    </p:bg>
    <p:spTree>
      <p:nvGrpSpPr>
        <p:cNvPr id="1" name=""/>
        <p:cNvGrpSpPr/>
        <p:nvPr/>
      </p:nvGrpSpPr>
      <p:grpSpPr>
        <a:xfrm>
          <a:off x="0" y="0"/>
          <a:ext cx="0" cy="0"/>
          <a:chOff x="0" y="0"/>
          <a:chExt cx="0" cy="0"/>
        </a:xfrm>
      </p:grpSpPr>
      <p:sp>
        <p:nvSpPr>
          <p:cNvPr id="2" name="Shape 0"/>
          <p:cNvSpPr/>
          <p:nvPr/>
        </p:nvSpPr>
        <p:spPr>
          <a:xfrm>
            <a:off x="6492240" y="0"/>
            <a:ext cx="5699455" cy="6858000"/>
          </a:xfrm>
          <a:prstGeom prst="rect">
            <a:avLst/>
          </a:prstGeom>
          <a:solidFill>
            <a:srgbClr val="DDD3C1"/>
          </a:solidFill>
          <a:ln w="12700">
            <a:solidFill>
              <a:srgbClr val="DDD3C1"/>
            </a:solidFill>
            <a:prstDash val="solid"/>
          </a:ln>
        </p:spPr>
      </p:sp>
      <p:sp>
        <p:nvSpPr>
          <p:cNvPr id="3" name="Image"/>
          <p:cNvSpPr/>
          <p:nvPr>
            <p:ph type="pic" idx="101" hasCustomPrompt="1"/>
          </p:nvPr>
        </p:nvSpPr>
        <p:spPr>
          <a:xfrm>
            <a:off x="6492240" y="0"/>
            <a:ext cx="5699455" cy="6858000"/>
          </a:xfrm>
          <a:prstGeom prst="rect">
            <a:avLst/>
          </a:prstGeom>
          <a:noFill/>
          <a:ln/>
        </p:spPr>
        <p:txBody>
          <a:bodyPr wrap="square" rtlCol="0"/>
          <a:lstStyle>
            <a:lvl1pPr algn="l" indent="0" marL="0">
              <a:buNone/>
              <a:defRPr lang="en-US" sz="1100" dirty="0">
                <a:solidFill>
                  <a:srgbClr val="6B6670"/>
                </a:solidFill>
                <a:latin typeface="Montserrat" pitchFamily="34" charset="0"/>
                <a:ea typeface="Montserrat" pitchFamily="34" charset="-122"/>
                <a:cs typeface="Montserrat" pitchFamily="34" charset="-120"/>
              </a:defRPr>
            </a:lvl1pPr>
          </a:lstStyle>
          <a:p>
            <a:pPr algn="l" indent="0" marL="0">
              <a:buNone/>
            </a:pPr>
            <a:r>
              <a:rPr lang="en-US" sz="1100" dirty="0">
                <a:solidFill>
                  <a:srgbClr val="6B6670"/>
                </a:solidFill>
                <a:latin typeface="Montserrat" pitchFamily="34" charset="0"/>
                <a:ea typeface="Montserrat" pitchFamily="34" charset="-122"/>
                <a:cs typeface="Montserrat" pitchFamily="34" charset="-120"/>
              </a:rPr>
              <a:t>Insérer une image</a:t>
            </a:r>
            <a:endParaRPr lang="en-US" sz="1100" dirty="0"/>
          </a:p>
        </p:txBody>
      </p:sp>
      <p:sp>
        <p:nvSpPr>
          <p:cNvPr id="4" name="Text 1"/>
          <p:cNvSpPr/>
          <p:nvPr/>
        </p:nvSpPr>
        <p:spPr>
          <a:xfrm>
            <a:off x="640080" y="329184"/>
            <a:ext cx="2743200" cy="228600"/>
          </a:xfrm>
          <a:prstGeom prst="rect">
            <a:avLst/>
          </a:prstGeom>
          <a:noFill/>
          <a:ln/>
        </p:spPr>
        <p:txBody>
          <a:bodyPr wrap="square" lIns="0" tIns="0" rIns="0" bIns="0" rtlCol="0" anchor="ctr"/>
          <a:lstStyle/>
          <a:p>
            <a:pPr indent="0" marL="0">
              <a:buNone/>
            </a:pPr>
            <a:r>
              <a:rPr lang="en-US" sz="900" b="1" spc="400" kern="0" dirty="0">
                <a:solidFill>
                  <a:srgbClr val="1E1B2E"/>
                </a:solidFill>
                <a:latin typeface="Montserrat" pitchFamily="34" charset="0"/>
                <a:ea typeface="Montserrat" pitchFamily="34" charset="-122"/>
                <a:cs typeface="Montserrat" pitchFamily="34" charset="-120"/>
              </a:rPr>
              <a:t>POPTABLES</a:t>
            </a:r>
            <a:endParaRPr lang="en-US" sz="900" dirty="0"/>
          </a:p>
        </p:txBody>
      </p:sp>
      <p:sp>
        <p:nvSpPr>
          <p:cNvPr id="5" name="Surtitre"/>
          <p:cNvSpPr/>
          <p:nvPr>
            <p:ph idx="103" type="body" hasCustomPrompt="1"/>
          </p:nvPr>
        </p:nvSpPr>
        <p:spPr>
          <a:xfrm>
            <a:off x="640080" y="914400"/>
            <a:ext cx="5303520" cy="274320"/>
          </a:xfrm>
          <a:prstGeom prst="rect">
            <a:avLst/>
          </a:prstGeom>
          <a:noFill/>
          <a:ln/>
        </p:spPr>
        <p:txBody>
          <a:bodyPr wrap="square" rtlCol="0"/>
          <a:lstStyle>
            <a:lvl1pPr algn="l" indent="0" marL="0">
              <a:buNone/>
              <a:defRPr lang="en-US" sz="1000" b="1" spc="300" kern="0" dirty="0">
                <a:solidFill>
                  <a:srgbClr val="C2432B"/>
                </a:solidFill>
                <a:latin typeface="Montserrat" pitchFamily="34" charset="0"/>
                <a:ea typeface="Montserrat" pitchFamily="34" charset="-122"/>
                <a:cs typeface="Montserrat" pitchFamily="34" charset="-120"/>
              </a:defRPr>
            </a:lvl1pPr>
          </a:lstStyle>
          <a:p>
            <a:pPr algn="l" indent="0" marL="0">
              <a:buNone/>
            </a:pPr>
            <a:r>
              <a:rPr lang="en-US" sz="1000" b="1" spc="300" kern="0" dirty="0">
                <a:solidFill>
                  <a:srgbClr val="C2432B"/>
                </a:solidFill>
                <a:latin typeface="Montserrat" pitchFamily="34" charset="0"/>
                <a:ea typeface="Montserrat" pitchFamily="34" charset="-122"/>
                <a:cs typeface="Montserrat" pitchFamily="34" charset="-120"/>
              </a:rPr>
              <a:t>SURTITRE</a:t>
            </a:r>
            <a:endParaRPr lang="en-US" sz="1000" dirty="0"/>
          </a:p>
        </p:txBody>
      </p:sp>
      <p:sp>
        <p:nvSpPr>
          <p:cNvPr id="6" name="Titre"/>
          <p:cNvSpPr/>
          <p:nvPr>
            <p:ph idx="104" type="title" hasCustomPrompt="1"/>
          </p:nvPr>
        </p:nvSpPr>
        <p:spPr>
          <a:xfrm>
            <a:off x="640080" y="1234440"/>
            <a:ext cx="5303520" cy="1737360"/>
          </a:xfrm>
          <a:prstGeom prst="rect">
            <a:avLst/>
          </a:prstGeom>
          <a:noFill/>
          <a:ln/>
        </p:spPr>
        <p:txBody>
          <a:bodyPr wrap="square" rtlCol="0"/>
          <a:lstStyle>
            <a:lvl1pPr algn="l" indent="0" marL="0">
              <a:buNone/>
              <a:defRPr lang="en-US" sz="3000" dirty="0">
                <a:solidFill>
                  <a:srgbClr val="1E1B2E"/>
                </a:solidFill>
                <a:latin typeface="Playfair Display" pitchFamily="34" charset="0"/>
                <a:ea typeface="Playfair Display" pitchFamily="34" charset="-122"/>
                <a:cs typeface="Playfair Display" pitchFamily="34" charset="-120"/>
              </a:defRPr>
            </a:lvl1pPr>
          </a:lstStyle>
          <a:p>
            <a:pPr algn="l" indent="0" marL="0">
              <a:buNone/>
            </a:pPr>
            <a:r>
              <a:rPr lang="en-US" sz="3000" dirty="0">
                <a:solidFill>
                  <a:srgbClr val="1E1B2E"/>
                </a:solidFill>
                <a:latin typeface="Playfair Display" pitchFamily="34" charset="0"/>
                <a:ea typeface="Playfair Display" pitchFamily="34" charset="-122"/>
                <a:cs typeface="Playfair Display" pitchFamily="34" charset="-120"/>
              </a:rPr>
              <a:t>Cliquez pour ajouter un titre</a:t>
            </a:r>
            <a:endParaRPr lang="en-US" sz="3000" dirty="0"/>
          </a:p>
        </p:txBody>
      </p:sp>
      <p:sp>
        <p:nvSpPr>
          <p:cNvPr id="7" name="Shape 2"/>
          <p:cNvSpPr/>
          <p:nvPr/>
        </p:nvSpPr>
        <p:spPr>
          <a:xfrm>
            <a:off x="640080" y="3063240"/>
            <a:ext cx="548640" cy="54864"/>
          </a:xfrm>
          <a:prstGeom prst="rect">
            <a:avLst/>
          </a:prstGeom>
          <a:solidFill>
            <a:srgbClr val="C2432B"/>
          </a:solidFill>
          <a:ln w="12700">
            <a:solidFill>
              <a:srgbClr val="C2432B"/>
            </a:solidFill>
            <a:prstDash val="solid"/>
          </a:ln>
        </p:spPr>
      </p:sp>
      <p:sp>
        <p:nvSpPr>
          <p:cNvPr id="8" name="Texte"/>
          <p:cNvSpPr/>
          <p:nvPr>
            <p:ph idx="106" type="body" hasCustomPrompt="1"/>
          </p:nvPr>
        </p:nvSpPr>
        <p:spPr>
          <a:xfrm>
            <a:off x="640080" y="3337560"/>
            <a:ext cx="5303520" cy="2834640"/>
          </a:xfrm>
          <a:prstGeom prst="rect">
            <a:avLst/>
          </a:prstGeom>
          <a:noFill/>
          <a:ln/>
        </p:spPr>
        <p:txBody>
          <a:bodyPr wrap="square" rtlCol="0"/>
          <a:lstStyle>
            <a:lvl1pPr algn="l" indent="0" marL="0">
              <a:lnSpc>
                <a:spcPct val="115000"/>
              </a:lnSpc>
              <a:buNone/>
              <a:defRPr lang="en-US" sz="1500" dirty="0">
                <a:solidFill>
                  <a:srgbClr val="26232F"/>
                </a:solidFill>
                <a:latin typeface="Montserrat" pitchFamily="34" charset="0"/>
                <a:ea typeface="Montserrat" pitchFamily="34" charset="-122"/>
                <a:cs typeface="Montserrat" pitchFamily="34" charset="-120"/>
              </a:defRPr>
            </a:lvl1pPr>
          </a:lstStyle>
          <a:p>
            <a:pPr algn="l" indent="0" marL="0">
              <a:lnSpc>
                <a:spcPct val="115000"/>
              </a:lnSpc>
              <a:buNone/>
            </a:pPr>
            <a:r>
              <a:rPr lang="en-US" sz="1500" dirty="0">
                <a:solidFill>
                  <a:srgbClr val="26232F"/>
                </a:solidFill>
                <a:latin typeface="Montserrat" pitchFamily="34" charset="0"/>
                <a:ea typeface="Montserrat" pitchFamily="34" charset="-122"/>
                <a:cs typeface="Montserrat" pitchFamily="34" charset="-120"/>
              </a:rPr>
              <a:t>Cliquez pour ajouter du texte</a:t>
            </a:r>
            <a:endParaRPr lang="en-US" sz="1500" dirty="0"/>
          </a:p>
        </p:txBody>
      </p:sp>
      <p:sp>
        <p:nvSpPr>
          <p:cNvPr id="9" name="Shape 3"/>
          <p:cNvSpPr/>
          <p:nvPr/>
        </p:nvSpPr>
        <p:spPr>
          <a:xfrm>
            <a:off x="640080" y="6382512"/>
            <a:ext cx="5303520" cy="0"/>
          </a:xfrm>
          <a:prstGeom prst="line">
            <a:avLst/>
          </a:prstGeom>
          <a:noFill/>
          <a:ln w="9525">
            <a:solidFill>
              <a:srgbClr val="D3C8B5"/>
            </a:solidFill>
            <a:prstDash val="solid"/>
          </a:ln>
        </p:spPr>
      </p:sp>
      <p:sp>
        <p:nvSpPr>
          <p:cNvPr id="10" name="Text 4"/>
          <p:cNvSpPr/>
          <p:nvPr/>
        </p:nvSpPr>
        <p:spPr>
          <a:xfrm>
            <a:off x="640080" y="6473952"/>
            <a:ext cx="4114800" cy="201168"/>
          </a:xfrm>
          <a:prstGeom prst="rect">
            <a:avLst/>
          </a:prstGeom>
          <a:noFill/>
          <a:ln/>
        </p:spPr>
        <p:txBody>
          <a:bodyPr wrap="square" lIns="0" tIns="0" rIns="0" bIns="0" rtlCol="0" anchor="ctr"/>
          <a:lstStyle/>
          <a:p>
            <a:pPr indent="0" marL="0">
              <a:buNone/>
            </a:pPr>
            <a:r>
              <a:rPr lang="en-US" sz="850" spc="100" kern="0" dirty="0">
                <a:solidFill>
                  <a:srgbClr val="6B6670"/>
                </a:solidFill>
                <a:latin typeface="Montserrat" pitchFamily="34" charset="0"/>
                <a:ea typeface="Montserrat" pitchFamily="34" charset="-122"/>
                <a:cs typeface="Montserrat" pitchFamily="34" charset="-120"/>
              </a:rPr>
              <a:t>Projet PopTables  ·  Document confidentiel</a:t>
            </a:r>
            <a:endParaRPr lang="en-US" sz="850" dirty="0"/>
          </a:p>
        </p:txBody>
      </p:sp>
      <p:sp>
        <p:nvSpPr>
          <p:cNvPr id="25" name="Slide Number Placeholder 0"/>
          <p:cNvSpPr>
            <a:spLocks noGrp="1"/>
          </p:cNvSpPr>
          <p:nvPr>
            <p:ph type="sldNum" sz="quarter" idx="4294967295"/>
          </p:nvPr>
        </p:nvSpPr>
        <p:spPr>
          <a:xfrm>
            <a:off x="5486400" y="6455664"/>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6670"/>
                </a:solidFill>
                <a:latin typeface="Montserrat"/>
                <a:ea typeface="Montserrat"/>
                <a:cs typeface="Montserrat"/>
              </a:defRPr>
            </a:lvl1pPr>
          </a:lstStyle>
          <a:p>
            <a:pPr algn="r"/>
            <a:fld id="{F7021451-1387-4CA6-816F-3879F97B5CBC}" type="slidenum">
              <a:rPr b="0" lang="en-US"/>
              <a:t>1008</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08 Image à gauche et texte">
    <p:bg>
      <p:bgPr>
        <a:solidFill>
          <a:srgbClr val="F4EEE3"/>
        </a:solidFill>
      </p:bgPr>
    </p:bg>
    <p:spTree>
      <p:nvGrpSpPr>
        <p:cNvPr id="1" name=""/>
        <p:cNvGrpSpPr/>
        <p:nvPr/>
      </p:nvGrpSpPr>
      <p:grpSpPr>
        <a:xfrm>
          <a:off x="0" y="0"/>
          <a:ext cx="0" cy="0"/>
          <a:chOff x="0" y="0"/>
          <a:chExt cx="0" cy="0"/>
        </a:xfrm>
      </p:grpSpPr>
      <p:sp>
        <p:nvSpPr>
          <p:cNvPr id="2" name="Shape 0"/>
          <p:cNvSpPr/>
          <p:nvPr/>
        </p:nvSpPr>
        <p:spPr>
          <a:xfrm>
            <a:off x="0" y="0"/>
            <a:ext cx="5669280" cy="6858000"/>
          </a:xfrm>
          <a:prstGeom prst="rect">
            <a:avLst/>
          </a:prstGeom>
          <a:solidFill>
            <a:srgbClr val="DDD3C1"/>
          </a:solidFill>
          <a:ln w="12700">
            <a:solidFill>
              <a:srgbClr val="DDD3C1"/>
            </a:solidFill>
            <a:prstDash val="solid"/>
          </a:ln>
        </p:spPr>
      </p:sp>
      <p:sp>
        <p:nvSpPr>
          <p:cNvPr id="3" name="Image"/>
          <p:cNvSpPr/>
          <p:nvPr>
            <p:ph type="pic" idx="101" hasCustomPrompt="1"/>
          </p:nvPr>
        </p:nvSpPr>
        <p:spPr>
          <a:xfrm>
            <a:off x="0" y="0"/>
            <a:ext cx="5669280" cy="6858000"/>
          </a:xfrm>
          <a:prstGeom prst="rect">
            <a:avLst/>
          </a:prstGeom>
          <a:noFill/>
          <a:ln/>
        </p:spPr>
        <p:txBody>
          <a:bodyPr wrap="square" rtlCol="0"/>
          <a:lstStyle>
            <a:lvl1pPr algn="l" indent="0" marL="0">
              <a:buNone/>
              <a:defRPr lang="en-US" sz="1100" dirty="0">
                <a:solidFill>
                  <a:srgbClr val="6B6670"/>
                </a:solidFill>
                <a:latin typeface="Montserrat" pitchFamily="34" charset="0"/>
                <a:ea typeface="Montserrat" pitchFamily="34" charset="-122"/>
                <a:cs typeface="Montserrat" pitchFamily="34" charset="-120"/>
              </a:defRPr>
            </a:lvl1pPr>
          </a:lstStyle>
          <a:p>
            <a:pPr algn="l" indent="0" marL="0">
              <a:buNone/>
            </a:pPr>
            <a:r>
              <a:rPr lang="en-US" sz="1100" dirty="0">
                <a:solidFill>
                  <a:srgbClr val="6B6670"/>
                </a:solidFill>
                <a:latin typeface="Montserrat" pitchFamily="34" charset="0"/>
                <a:ea typeface="Montserrat" pitchFamily="34" charset="-122"/>
                <a:cs typeface="Montserrat" pitchFamily="34" charset="-120"/>
              </a:rPr>
              <a:t>Insérer une image</a:t>
            </a:r>
            <a:endParaRPr lang="en-US" sz="1100" dirty="0"/>
          </a:p>
        </p:txBody>
      </p:sp>
      <p:sp>
        <p:nvSpPr>
          <p:cNvPr id="4" name="Shape 1"/>
          <p:cNvSpPr/>
          <p:nvPr/>
        </p:nvSpPr>
        <p:spPr>
          <a:xfrm>
            <a:off x="11002975" y="356616"/>
            <a:ext cx="137160" cy="137160"/>
          </a:xfrm>
          <a:prstGeom prst="rect">
            <a:avLst/>
          </a:prstGeom>
          <a:solidFill>
            <a:srgbClr val="C8963A"/>
          </a:solidFill>
          <a:ln w="12700">
            <a:solidFill>
              <a:srgbClr val="C8963A"/>
            </a:solidFill>
            <a:prstDash val="solid"/>
          </a:ln>
        </p:spPr>
      </p:sp>
      <p:sp>
        <p:nvSpPr>
          <p:cNvPr id="5" name="Text 2"/>
          <p:cNvSpPr/>
          <p:nvPr/>
        </p:nvSpPr>
        <p:spPr>
          <a:xfrm>
            <a:off x="11208715" y="356616"/>
            <a:ext cx="137160" cy="137160"/>
          </a:xfrm>
          <a:prstGeom prst="ellipse">
            <a:avLst/>
          </a:prstGeom>
          <a:solidFill>
            <a:srgbClr val="C2432B"/>
          </a:solidFill>
          <a:ln>
            <a:solidFill>
              <a:srgbClr val="C2432B"/>
            </a:solidFill>
          </a:ln>
        </p:spPr>
        <p:txBody>
          <a:bodyPr wrap="square" rtlCol="0" anchor="ctr"/>
          <a:lstStyle/>
          <a:p>
            <a:pPr indent="0" marL="0">
              <a:buNone/>
            </a:pPr>
            <a:endParaRPr lang="en-US" dirty="0"/>
          </a:p>
        </p:txBody>
      </p:sp>
      <p:sp>
        <p:nvSpPr>
          <p:cNvPr id="6" name="Text 3"/>
          <p:cNvSpPr/>
          <p:nvPr/>
        </p:nvSpPr>
        <p:spPr>
          <a:xfrm>
            <a:off x="11414455" y="356616"/>
            <a:ext cx="137160" cy="137160"/>
          </a:xfrm>
          <a:prstGeom prst="triangle">
            <a:avLst/>
          </a:prstGeom>
          <a:solidFill>
            <a:srgbClr val="1E1B2E"/>
          </a:solidFill>
          <a:ln>
            <a:solidFill>
              <a:srgbClr val="1E1B2E"/>
            </a:solidFill>
          </a:ln>
        </p:spPr>
        <p:txBody>
          <a:bodyPr wrap="square" rtlCol="0" anchor="ctr"/>
          <a:lstStyle/>
          <a:p>
            <a:pPr indent="0" marL="0">
              <a:buNone/>
            </a:pPr>
            <a:endParaRPr lang="en-US" dirty="0"/>
          </a:p>
        </p:txBody>
      </p:sp>
      <p:sp>
        <p:nvSpPr>
          <p:cNvPr id="7" name="Surtitre"/>
          <p:cNvSpPr/>
          <p:nvPr>
            <p:ph idx="105" type="body" hasCustomPrompt="1"/>
          </p:nvPr>
        </p:nvSpPr>
        <p:spPr>
          <a:xfrm>
            <a:off x="6309360" y="914400"/>
            <a:ext cx="5212080" cy="274320"/>
          </a:xfrm>
          <a:prstGeom prst="rect">
            <a:avLst/>
          </a:prstGeom>
          <a:noFill/>
          <a:ln/>
        </p:spPr>
        <p:txBody>
          <a:bodyPr wrap="square" rtlCol="0"/>
          <a:lstStyle>
            <a:lvl1pPr algn="l" indent="0" marL="0">
              <a:buNone/>
              <a:defRPr lang="en-US" sz="1000" b="1" spc="300" kern="0" dirty="0">
                <a:solidFill>
                  <a:srgbClr val="C2432B"/>
                </a:solidFill>
                <a:latin typeface="Montserrat" pitchFamily="34" charset="0"/>
                <a:ea typeface="Montserrat" pitchFamily="34" charset="-122"/>
                <a:cs typeface="Montserrat" pitchFamily="34" charset="-120"/>
              </a:defRPr>
            </a:lvl1pPr>
          </a:lstStyle>
          <a:p>
            <a:pPr algn="l" indent="0" marL="0">
              <a:buNone/>
            </a:pPr>
            <a:r>
              <a:rPr lang="en-US" sz="1000" b="1" spc="300" kern="0" dirty="0">
                <a:solidFill>
                  <a:srgbClr val="C2432B"/>
                </a:solidFill>
                <a:latin typeface="Montserrat" pitchFamily="34" charset="0"/>
                <a:ea typeface="Montserrat" pitchFamily="34" charset="-122"/>
                <a:cs typeface="Montserrat" pitchFamily="34" charset="-120"/>
              </a:rPr>
              <a:t>SURTITRE</a:t>
            </a:r>
            <a:endParaRPr lang="en-US" sz="1000" dirty="0"/>
          </a:p>
        </p:txBody>
      </p:sp>
      <p:sp>
        <p:nvSpPr>
          <p:cNvPr id="8" name="Titre"/>
          <p:cNvSpPr/>
          <p:nvPr>
            <p:ph idx="106" type="title" hasCustomPrompt="1"/>
          </p:nvPr>
        </p:nvSpPr>
        <p:spPr>
          <a:xfrm>
            <a:off x="6309360" y="1234440"/>
            <a:ext cx="5212080" cy="1737360"/>
          </a:xfrm>
          <a:prstGeom prst="rect">
            <a:avLst/>
          </a:prstGeom>
          <a:noFill/>
          <a:ln/>
        </p:spPr>
        <p:txBody>
          <a:bodyPr wrap="square" rtlCol="0"/>
          <a:lstStyle>
            <a:lvl1pPr algn="l" indent="0" marL="0">
              <a:buNone/>
              <a:defRPr lang="en-US" sz="3000" dirty="0">
                <a:solidFill>
                  <a:srgbClr val="1E1B2E"/>
                </a:solidFill>
                <a:latin typeface="Playfair Display" pitchFamily="34" charset="0"/>
                <a:ea typeface="Playfair Display" pitchFamily="34" charset="-122"/>
                <a:cs typeface="Playfair Display" pitchFamily="34" charset="-120"/>
              </a:defRPr>
            </a:lvl1pPr>
          </a:lstStyle>
          <a:p>
            <a:pPr algn="l" indent="0" marL="0">
              <a:buNone/>
            </a:pPr>
            <a:r>
              <a:rPr lang="en-US" sz="3000" dirty="0">
                <a:solidFill>
                  <a:srgbClr val="1E1B2E"/>
                </a:solidFill>
                <a:latin typeface="Playfair Display" pitchFamily="34" charset="0"/>
                <a:ea typeface="Playfair Display" pitchFamily="34" charset="-122"/>
                <a:cs typeface="Playfair Display" pitchFamily="34" charset="-120"/>
              </a:rPr>
              <a:t>Cliquez pour ajouter un titre</a:t>
            </a:r>
            <a:endParaRPr lang="en-US" sz="3000" dirty="0"/>
          </a:p>
        </p:txBody>
      </p:sp>
      <p:sp>
        <p:nvSpPr>
          <p:cNvPr id="9" name="Shape 4"/>
          <p:cNvSpPr/>
          <p:nvPr/>
        </p:nvSpPr>
        <p:spPr>
          <a:xfrm>
            <a:off x="6309360" y="3063240"/>
            <a:ext cx="548640" cy="54864"/>
          </a:xfrm>
          <a:prstGeom prst="rect">
            <a:avLst/>
          </a:prstGeom>
          <a:solidFill>
            <a:srgbClr val="C2432B"/>
          </a:solidFill>
          <a:ln w="12700">
            <a:solidFill>
              <a:srgbClr val="C2432B"/>
            </a:solidFill>
            <a:prstDash val="solid"/>
          </a:ln>
        </p:spPr>
      </p:sp>
      <p:sp>
        <p:nvSpPr>
          <p:cNvPr id="10" name="Texte"/>
          <p:cNvSpPr/>
          <p:nvPr>
            <p:ph idx="108" type="body" hasCustomPrompt="1"/>
          </p:nvPr>
        </p:nvSpPr>
        <p:spPr>
          <a:xfrm>
            <a:off x="6309360" y="3337560"/>
            <a:ext cx="5212080" cy="2834640"/>
          </a:xfrm>
          <a:prstGeom prst="rect">
            <a:avLst/>
          </a:prstGeom>
          <a:noFill/>
          <a:ln/>
        </p:spPr>
        <p:txBody>
          <a:bodyPr wrap="square" rtlCol="0"/>
          <a:lstStyle>
            <a:lvl1pPr algn="l" indent="0" marL="0">
              <a:lnSpc>
                <a:spcPct val="115000"/>
              </a:lnSpc>
              <a:buNone/>
              <a:defRPr lang="en-US" sz="1500" dirty="0">
                <a:solidFill>
                  <a:srgbClr val="26232F"/>
                </a:solidFill>
                <a:latin typeface="Montserrat" pitchFamily="34" charset="0"/>
                <a:ea typeface="Montserrat" pitchFamily="34" charset="-122"/>
                <a:cs typeface="Montserrat" pitchFamily="34" charset="-120"/>
              </a:defRPr>
            </a:lvl1pPr>
          </a:lstStyle>
          <a:p>
            <a:pPr algn="l" indent="0" marL="0">
              <a:lnSpc>
                <a:spcPct val="115000"/>
              </a:lnSpc>
              <a:buNone/>
            </a:pPr>
            <a:r>
              <a:rPr lang="en-US" sz="1500" dirty="0">
                <a:solidFill>
                  <a:srgbClr val="26232F"/>
                </a:solidFill>
                <a:latin typeface="Montserrat" pitchFamily="34" charset="0"/>
                <a:ea typeface="Montserrat" pitchFamily="34" charset="-122"/>
                <a:cs typeface="Montserrat" pitchFamily="34" charset="-120"/>
              </a:rPr>
              <a:t>Cliquez pour ajouter du texte</a:t>
            </a:r>
            <a:endParaRPr lang="en-US" sz="1500" dirty="0"/>
          </a:p>
        </p:txBody>
      </p:sp>
      <p:sp>
        <p:nvSpPr>
          <p:cNvPr id="11" name="Shape 5"/>
          <p:cNvSpPr/>
          <p:nvPr/>
        </p:nvSpPr>
        <p:spPr>
          <a:xfrm>
            <a:off x="6309360" y="6382512"/>
            <a:ext cx="5242255" cy="0"/>
          </a:xfrm>
          <a:prstGeom prst="line">
            <a:avLst/>
          </a:prstGeom>
          <a:noFill/>
          <a:ln w="9525">
            <a:solidFill>
              <a:srgbClr val="D3C8B5"/>
            </a:solidFill>
            <a:prstDash val="solid"/>
          </a:ln>
        </p:spPr>
      </p:sp>
      <p:sp>
        <p:nvSpPr>
          <p:cNvPr id="12" name="Text 6"/>
          <p:cNvSpPr/>
          <p:nvPr/>
        </p:nvSpPr>
        <p:spPr>
          <a:xfrm>
            <a:off x="6309360" y="6473952"/>
            <a:ext cx="4114800" cy="201168"/>
          </a:xfrm>
          <a:prstGeom prst="rect">
            <a:avLst/>
          </a:prstGeom>
          <a:noFill/>
          <a:ln/>
        </p:spPr>
        <p:txBody>
          <a:bodyPr wrap="square" lIns="0" tIns="0" rIns="0" bIns="0" rtlCol="0" anchor="ctr"/>
          <a:lstStyle/>
          <a:p>
            <a:pPr indent="0" marL="0">
              <a:buNone/>
            </a:pPr>
            <a:r>
              <a:rPr lang="en-US" sz="850" spc="100" kern="0" dirty="0">
                <a:solidFill>
                  <a:srgbClr val="6B6670"/>
                </a:solidFill>
                <a:latin typeface="Montserrat" pitchFamily="34" charset="0"/>
                <a:ea typeface="Montserrat" pitchFamily="34" charset="-122"/>
                <a:cs typeface="Montserrat" pitchFamily="34" charset="-120"/>
              </a:rPr>
              <a:t>Projet PopTables  ·  Document confidentiel</a:t>
            </a:r>
            <a:endParaRPr lang="en-US" sz="850" dirty="0"/>
          </a:p>
        </p:txBody>
      </p:sp>
      <p:sp>
        <p:nvSpPr>
          <p:cNvPr id="25" name="Slide Number Placeholder 0"/>
          <p:cNvSpPr>
            <a:spLocks noGrp="1"/>
          </p:cNvSpPr>
          <p:nvPr>
            <p:ph type="sldNum" sz="quarter" idx="4294967295"/>
          </p:nvPr>
        </p:nvSpPr>
        <p:spPr>
          <a:xfrm>
            <a:off x="11002975" y="6455664"/>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6670"/>
                </a:solidFill>
                <a:latin typeface="Montserrat"/>
                <a:ea typeface="Montserrat"/>
                <a:cs typeface="Montserrat"/>
              </a:defRPr>
            </a:lvl1pPr>
          </a:lstStyle>
          <a:p>
            <a:pPr algn="r"/>
            <a:fld id="{F7021451-1387-4CA6-816F-3879F97B5CBC}" type="slidenum">
              <a:rPr b="0" lang="en-US"/>
              <a:t>1009</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09 Grande image et légende">
    <p:bg>
      <p:bgPr>
        <a:solidFill>
          <a:srgbClr val="1E1B2E"/>
        </a:solidFill>
      </p:bgPr>
    </p:bg>
    <p:spTree>
      <p:nvGrpSpPr>
        <p:cNvPr id="1" name=""/>
        <p:cNvGrpSpPr/>
        <p:nvPr/>
      </p:nvGrpSpPr>
      <p:grpSpPr>
        <a:xfrm>
          <a:off x="0" y="0"/>
          <a:ext cx="0" cy="0"/>
          <a:chOff x="0" y="0"/>
          <a:chExt cx="0" cy="0"/>
        </a:xfrm>
      </p:grpSpPr>
      <p:sp>
        <p:nvSpPr>
          <p:cNvPr id="2" name="Shape 0"/>
          <p:cNvSpPr/>
          <p:nvPr/>
        </p:nvSpPr>
        <p:spPr>
          <a:xfrm>
            <a:off x="0" y="0"/>
            <a:ext cx="12191695" cy="4892040"/>
          </a:xfrm>
          <a:prstGeom prst="rect">
            <a:avLst/>
          </a:prstGeom>
          <a:solidFill>
            <a:srgbClr val="DDD3C1"/>
          </a:solidFill>
          <a:ln w="12700">
            <a:solidFill>
              <a:srgbClr val="DDD3C1"/>
            </a:solidFill>
            <a:prstDash val="solid"/>
          </a:ln>
        </p:spPr>
      </p:sp>
      <p:sp>
        <p:nvSpPr>
          <p:cNvPr id="3" name="Image"/>
          <p:cNvSpPr/>
          <p:nvPr>
            <p:ph type="pic" idx="101" hasCustomPrompt="1"/>
          </p:nvPr>
        </p:nvSpPr>
        <p:spPr>
          <a:xfrm>
            <a:off x="0" y="0"/>
            <a:ext cx="12191695" cy="4892040"/>
          </a:xfrm>
          <a:prstGeom prst="rect">
            <a:avLst/>
          </a:prstGeom>
          <a:noFill/>
          <a:ln/>
        </p:spPr>
        <p:txBody>
          <a:bodyPr wrap="square" rtlCol="0"/>
          <a:lstStyle>
            <a:lvl1pPr algn="l" indent="0" marL="0">
              <a:buNone/>
              <a:defRPr lang="en-US" sz="1100" dirty="0">
                <a:solidFill>
                  <a:srgbClr val="6B6670"/>
                </a:solidFill>
                <a:latin typeface="Montserrat" pitchFamily="34" charset="0"/>
                <a:ea typeface="Montserrat" pitchFamily="34" charset="-122"/>
                <a:cs typeface="Montserrat" pitchFamily="34" charset="-120"/>
              </a:defRPr>
            </a:lvl1pPr>
          </a:lstStyle>
          <a:p>
            <a:pPr algn="l" indent="0" marL="0">
              <a:buNone/>
            </a:pPr>
            <a:r>
              <a:rPr lang="en-US" sz="1100" dirty="0">
                <a:solidFill>
                  <a:srgbClr val="6B6670"/>
                </a:solidFill>
                <a:latin typeface="Montserrat" pitchFamily="34" charset="0"/>
                <a:ea typeface="Montserrat" pitchFamily="34" charset="-122"/>
                <a:cs typeface="Montserrat" pitchFamily="34" charset="-120"/>
              </a:rPr>
              <a:t>Insérer une image</a:t>
            </a:r>
            <a:endParaRPr lang="en-US" sz="1100" dirty="0"/>
          </a:p>
        </p:txBody>
      </p:sp>
      <p:sp>
        <p:nvSpPr>
          <p:cNvPr id="4" name="Shape 1"/>
          <p:cNvSpPr/>
          <p:nvPr/>
        </p:nvSpPr>
        <p:spPr>
          <a:xfrm>
            <a:off x="0" y="4892040"/>
            <a:ext cx="12191695" cy="64008"/>
          </a:xfrm>
          <a:prstGeom prst="rect">
            <a:avLst/>
          </a:prstGeom>
          <a:solidFill>
            <a:srgbClr val="C2432B"/>
          </a:solidFill>
          <a:ln w="12700">
            <a:solidFill>
              <a:srgbClr val="C2432B"/>
            </a:solidFill>
            <a:prstDash val="solid"/>
          </a:ln>
        </p:spPr>
      </p:sp>
      <p:sp>
        <p:nvSpPr>
          <p:cNvPr id="5" name="Titre"/>
          <p:cNvSpPr/>
          <p:nvPr>
            <p:ph idx="103" type="title" hasCustomPrompt="1"/>
          </p:nvPr>
        </p:nvSpPr>
        <p:spPr>
          <a:xfrm>
            <a:off x="640080" y="5212080"/>
            <a:ext cx="6949440" cy="1097280"/>
          </a:xfrm>
          <a:prstGeom prst="rect">
            <a:avLst/>
          </a:prstGeom>
          <a:noFill/>
          <a:ln/>
        </p:spPr>
        <p:txBody>
          <a:bodyPr wrap="square" rtlCol="0"/>
          <a:lstStyle>
            <a:lvl1pPr algn="l" indent="0" marL="0">
              <a:buNone/>
              <a:defRPr lang="en-US" sz="2600" dirty="0">
                <a:solidFill>
                  <a:srgbClr val="F4EEE3"/>
                </a:solidFill>
                <a:latin typeface="Playfair Display" pitchFamily="34" charset="0"/>
                <a:ea typeface="Playfair Display" pitchFamily="34" charset="-122"/>
                <a:cs typeface="Playfair Display" pitchFamily="34" charset="-120"/>
              </a:defRPr>
            </a:lvl1pPr>
          </a:lstStyle>
          <a:p>
            <a:pPr algn="l" indent="0" marL="0">
              <a:buNone/>
            </a:pPr>
            <a:r>
              <a:rPr lang="en-US" sz="2600" dirty="0">
                <a:solidFill>
                  <a:srgbClr val="F4EEE3"/>
                </a:solidFill>
                <a:latin typeface="Playfair Display" pitchFamily="34" charset="0"/>
                <a:ea typeface="Playfair Display" pitchFamily="34" charset="-122"/>
                <a:cs typeface="Playfair Display" pitchFamily="34" charset="-120"/>
              </a:rPr>
              <a:t>Titre ou citation courte</a:t>
            </a:r>
            <a:endParaRPr lang="en-US" sz="2600" dirty="0"/>
          </a:p>
        </p:txBody>
      </p:sp>
      <p:sp>
        <p:nvSpPr>
          <p:cNvPr id="6" name="Légende"/>
          <p:cNvSpPr/>
          <p:nvPr>
            <p:ph idx="104" type="body" hasCustomPrompt="1"/>
          </p:nvPr>
        </p:nvSpPr>
        <p:spPr>
          <a:xfrm>
            <a:off x="8046720" y="5212080"/>
            <a:ext cx="3504895" cy="1097280"/>
          </a:xfrm>
          <a:prstGeom prst="rect">
            <a:avLst/>
          </a:prstGeom>
          <a:noFill/>
          <a:ln/>
        </p:spPr>
        <p:txBody>
          <a:bodyPr wrap="square" rtlCol="0"/>
          <a:lstStyle>
            <a:lvl1pPr algn="l" indent="0" marL="0">
              <a:buNone/>
              <a:defRPr lang="en-US" sz="1100" dirty="0">
                <a:solidFill>
                  <a:srgbClr val="D9D2E3"/>
                </a:solidFill>
                <a:latin typeface="Montserrat" pitchFamily="34" charset="0"/>
                <a:ea typeface="Montserrat" pitchFamily="34" charset="-122"/>
                <a:cs typeface="Montserrat" pitchFamily="34" charset="-120"/>
              </a:defRPr>
            </a:lvl1pPr>
          </a:lstStyle>
          <a:p>
            <a:pPr algn="l" indent="0" marL="0">
              <a:buNone/>
            </a:pPr>
            <a:r>
              <a:rPr lang="en-US" sz="1100" dirty="0">
                <a:solidFill>
                  <a:srgbClr val="D9D2E3"/>
                </a:solidFill>
                <a:latin typeface="Montserrat" pitchFamily="34" charset="0"/>
                <a:ea typeface="Montserrat" pitchFamily="34" charset="-122"/>
                <a:cs typeface="Montserrat" pitchFamily="34" charset="-120"/>
              </a:rPr>
              <a:t>Légende de l’image</a:t>
            </a:r>
            <a:endParaRPr lang="en-US" sz="1100"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10 Trois visuels et légendes">
    <p:bg>
      <p:bgPr>
        <a:solidFill>
          <a:srgbClr val="F4EEE3"/>
        </a:solidFill>
      </p:bgPr>
    </p:bg>
    <p:spTree>
      <p:nvGrpSpPr>
        <p:cNvPr id="1" name=""/>
        <p:cNvGrpSpPr/>
        <p:nvPr/>
      </p:nvGrpSpPr>
      <p:grpSpPr>
        <a:xfrm>
          <a:off x="0" y="0"/>
          <a:ext cx="0" cy="0"/>
          <a:chOff x="0" y="0"/>
          <a:chExt cx="0" cy="0"/>
        </a:xfrm>
      </p:grpSpPr>
      <p:sp>
        <p:nvSpPr>
          <p:cNvPr id="2" name="Text 0"/>
          <p:cNvSpPr/>
          <p:nvPr/>
        </p:nvSpPr>
        <p:spPr>
          <a:xfrm>
            <a:off x="640080" y="329184"/>
            <a:ext cx="2743200" cy="228600"/>
          </a:xfrm>
          <a:prstGeom prst="rect">
            <a:avLst/>
          </a:prstGeom>
          <a:noFill/>
          <a:ln/>
        </p:spPr>
        <p:txBody>
          <a:bodyPr wrap="square" lIns="0" tIns="0" rIns="0" bIns="0" rtlCol="0" anchor="ctr"/>
          <a:lstStyle/>
          <a:p>
            <a:pPr indent="0" marL="0">
              <a:buNone/>
            </a:pPr>
            <a:r>
              <a:rPr lang="en-US" sz="900" b="1" spc="400" kern="0" dirty="0">
                <a:solidFill>
                  <a:srgbClr val="1E1B2E"/>
                </a:solidFill>
                <a:latin typeface="Montserrat" pitchFamily="34" charset="0"/>
                <a:ea typeface="Montserrat" pitchFamily="34" charset="-122"/>
                <a:cs typeface="Montserrat" pitchFamily="34" charset="-120"/>
              </a:rPr>
              <a:t>POPTABLES</a:t>
            </a:r>
            <a:endParaRPr lang="en-US" sz="900" dirty="0"/>
          </a:p>
        </p:txBody>
      </p:sp>
      <p:sp>
        <p:nvSpPr>
          <p:cNvPr id="3" name="Shape 1"/>
          <p:cNvSpPr/>
          <p:nvPr/>
        </p:nvSpPr>
        <p:spPr>
          <a:xfrm>
            <a:off x="11002975" y="356616"/>
            <a:ext cx="137160" cy="137160"/>
          </a:xfrm>
          <a:prstGeom prst="rect">
            <a:avLst/>
          </a:prstGeom>
          <a:solidFill>
            <a:srgbClr val="C8963A"/>
          </a:solidFill>
          <a:ln w="12700">
            <a:solidFill>
              <a:srgbClr val="C8963A"/>
            </a:solidFill>
            <a:prstDash val="solid"/>
          </a:ln>
        </p:spPr>
      </p:sp>
      <p:sp>
        <p:nvSpPr>
          <p:cNvPr id="4" name="Text 2"/>
          <p:cNvSpPr/>
          <p:nvPr/>
        </p:nvSpPr>
        <p:spPr>
          <a:xfrm>
            <a:off x="11208715" y="356616"/>
            <a:ext cx="137160" cy="137160"/>
          </a:xfrm>
          <a:prstGeom prst="ellipse">
            <a:avLst/>
          </a:prstGeom>
          <a:solidFill>
            <a:srgbClr val="C2432B"/>
          </a:solidFill>
          <a:ln>
            <a:solidFill>
              <a:srgbClr val="C2432B"/>
            </a:solidFill>
          </a:ln>
        </p:spPr>
        <p:txBody>
          <a:bodyPr wrap="square" rtlCol="0" anchor="ctr"/>
          <a:lstStyle/>
          <a:p>
            <a:pPr indent="0" marL="0">
              <a:buNone/>
            </a:pPr>
            <a:endParaRPr lang="en-US" dirty="0"/>
          </a:p>
        </p:txBody>
      </p:sp>
      <p:sp>
        <p:nvSpPr>
          <p:cNvPr id="5" name="Text 3"/>
          <p:cNvSpPr/>
          <p:nvPr/>
        </p:nvSpPr>
        <p:spPr>
          <a:xfrm>
            <a:off x="11414455" y="356616"/>
            <a:ext cx="137160" cy="137160"/>
          </a:xfrm>
          <a:prstGeom prst="triangle">
            <a:avLst/>
          </a:prstGeom>
          <a:solidFill>
            <a:srgbClr val="1E1B2E"/>
          </a:solidFill>
          <a:ln>
            <a:solidFill>
              <a:srgbClr val="1E1B2E"/>
            </a:solidFill>
          </a:ln>
        </p:spPr>
        <p:txBody>
          <a:bodyPr wrap="square" rtlCol="0" anchor="ctr"/>
          <a:lstStyle/>
          <a:p>
            <a:pPr indent="0" marL="0">
              <a:buNone/>
            </a:pPr>
            <a:endParaRPr lang="en-US" dirty="0"/>
          </a:p>
        </p:txBody>
      </p:sp>
      <p:sp>
        <p:nvSpPr>
          <p:cNvPr id="6" name="Shape 4"/>
          <p:cNvSpPr/>
          <p:nvPr/>
        </p:nvSpPr>
        <p:spPr>
          <a:xfrm>
            <a:off x="640080" y="6382512"/>
            <a:ext cx="10911535" cy="0"/>
          </a:xfrm>
          <a:prstGeom prst="line">
            <a:avLst/>
          </a:prstGeom>
          <a:noFill/>
          <a:ln w="9525">
            <a:solidFill>
              <a:srgbClr val="D3C8B5"/>
            </a:solidFill>
            <a:prstDash val="solid"/>
          </a:ln>
        </p:spPr>
      </p:sp>
      <p:sp>
        <p:nvSpPr>
          <p:cNvPr id="7" name="Text 5"/>
          <p:cNvSpPr/>
          <p:nvPr/>
        </p:nvSpPr>
        <p:spPr>
          <a:xfrm>
            <a:off x="640080" y="6473952"/>
            <a:ext cx="5486400" cy="201168"/>
          </a:xfrm>
          <a:prstGeom prst="rect">
            <a:avLst/>
          </a:prstGeom>
          <a:noFill/>
          <a:ln/>
        </p:spPr>
        <p:txBody>
          <a:bodyPr wrap="square" lIns="0" tIns="0" rIns="0" bIns="0" rtlCol="0" anchor="ctr"/>
          <a:lstStyle/>
          <a:p>
            <a:pPr indent="0" marL="0">
              <a:buNone/>
            </a:pPr>
            <a:r>
              <a:rPr lang="en-US" sz="850" spc="100" kern="0" dirty="0">
                <a:solidFill>
                  <a:srgbClr val="6B6670"/>
                </a:solidFill>
                <a:latin typeface="Montserrat" pitchFamily="34" charset="0"/>
                <a:ea typeface="Montserrat" pitchFamily="34" charset="-122"/>
                <a:cs typeface="Montserrat" pitchFamily="34" charset="-120"/>
              </a:rPr>
              <a:t>Projet PopTables  ·  Document confidentiel</a:t>
            </a:r>
            <a:endParaRPr lang="en-US" sz="850" dirty="0"/>
          </a:p>
        </p:txBody>
      </p:sp>
      <p:sp>
        <p:nvSpPr>
          <p:cNvPr id="8" name="Surtitre"/>
          <p:cNvSpPr/>
          <p:nvPr>
            <p:ph idx="106" type="body" hasCustomPrompt="1"/>
          </p:nvPr>
        </p:nvSpPr>
        <p:spPr>
          <a:xfrm>
            <a:off x="640080" y="914400"/>
            <a:ext cx="8229600" cy="274320"/>
          </a:xfrm>
          <a:prstGeom prst="rect">
            <a:avLst/>
          </a:prstGeom>
          <a:noFill/>
          <a:ln/>
        </p:spPr>
        <p:txBody>
          <a:bodyPr wrap="square" rtlCol="0"/>
          <a:lstStyle>
            <a:lvl1pPr algn="l" indent="0" marL="0">
              <a:buNone/>
              <a:defRPr lang="en-US" sz="1000" b="1" spc="300" kern="0" dirty="0">
                <a:solidFill>
                  <a:srgbClr val="C2432B"/>
                </a:solidFill>
                <a:latin typeface="Montserrat" pitchFamily="34" charset="0"/>
                <a:ea typeface="Montserrat" pitchFamily="34" charset="-122"/>
                <a:cs typeface="Montserrat" pitchFamily="34" charset="-120"/>
              </a:defRPr>
            </a:lvl1pPr>
          </a:lstStyle>
          <a:p>
            <a:pPr algn="l" indent="0" marL="0">
              <a:buNone/>
            </a:pPr>
            <a:r>
              <a:rPr lang="en-US" sz="1000" b="1" spc="300" kern="0" dirty="0">
                <a:solidFill>
                  <a:srgbClr val="C2432B"/>
                </a:solidFill>
                <a:latin typeface="Montserrat" pitchFamily="34" charset="0"/>
                <a:ea typeface="Montserrat" pitchFamily="34" charset="-122"/>
                <a:cs typeface="Montserrat" pitchFamily="34" charset="-120"/>
              </a:rPr>
              <a:t>SURTITRE</a:t>
            </a:r>
            <a:endParaRPr lang="en-US" sz="1000" dirty="0"/>
          </a:p>
        </p:txBody>
      </p:sp>
      <p:sp>
        <p:nvSpPr>
          <p:cNvPr id="9" name="Titre"/>
          <p:cNvSpPr/>
          <p:nvPr>
            <p:ph idx="107" type="title" hasCustomPrompt="1"/>
          </p:nvPr>
        </p:nvSpPr>
        <p:spPr>
          <a:xfrm>
            <a:off x="640080" y="1234440"/>
            <a:ext cx="10911535" cy="822960"/>
          </a:xfrm>
          <a:prstGeom prst="rect">
            <a:avLst/>
          </a:prstGeom>
          <a:noFill/>
          <a:ln/>
        </p:spPr>
        <p:txBody>
          <a:bodyPr wrap="square" rtlCol="0"/>
          <a:lstStyle>
            <a:lvl1pPr algn="l" indent="0" marL="0">
              <a:buNone/>
              <a:defRPr lang="en-US" sz="3000" dirty="0">
                <a:solidFill>
                  <a:srgbClr val="1E1B2E"/>
                </a:solidFill>
                <a:latin typeface="Playfair Display" pitchFamily="34" charset="0"/>
                <a:ea typeface="Playfair Display" pitchFamily="34" charset="-122"/>
                <a:cs typeface="Playfair Display" pitchFamily="34" charset="-120"/>
              </a:defRPr>
            </a:lvl1pPr>
          </a:lstStyle>
          <a:p>
            <a:pPr algn="l" indent="0" marL="0">
              <a:buNone/>
            </a:pPr>
            <a:r>
              <a:rPr lang="en-US" sz="3000" dirty="0">
                <a:solidFill>
                  <a:srgbClr val="1E1B2E"/>
                </a:solidFill>
                <a:latin typeface="Playfair Display" pitchFamily="34" charset="0"/>
                <a:ea typeface="Playfair Display" pitchFamily="34" charset="-122"/>
                <a:cs typeface="Playfair Display" pitchFamily="34" charset="-120"/>
              </a:rPr>
              <a:t>Cliquez pour ajouter un titre</a:t>
            </a:r>
            <a:endParaRPr lang="en-US" sz="3000" dirty="0"/>
          </a:p>
        </p:txBody>
      </p:sp>
      <p:sp>
        <p:nvSpPr>
          <p:cNvPr id="10" name="Shape 6"/>
          <p:cNvSpPr/>
          <p:nvPr/>
        </p:nvSpPr>
        <p:spPr>
          <a:xfrm>
            <a:off x="640080" y="2240280"/>
            <a:ext cx="3423818" cy="2240280"/>
          </a:xfrm>
          <a:prstGeom prst="rect">
            <a:avLst/>
          </a:prstGeom>
          <a:solidFill>
            <a:srgbClr val="DDD3C1"/>
          </a:solidFill>
          <a:ln w="12700">
            <a:solidFill>
              <a:srgbClr val="DDD3C1"/>
            </a:solidFill>
            <a:prstDash val="solid"/>
          </a:ln>
        </p:spPr>
      </p:sp>
      <p:sp>
        <p:nvSpPr>
          <p:cNvPr id="11" name="Image 1"/>
          <p:cNvSpPr/>
          <p:nvPr>
            <p:ph type="pic" idx="109" hasCustomPrompt="1"/>
          </p:nvPr>
        </p:nvSpPr>
        <p:spPr>
          <a:xfrm>
            <a:off x="640080" y="2240280"/>
            <a:ext cx="3423818" cy="2240280"/>
          </a:xfrm>
          <a:prstGeom prst="rect">
            <a:avLst/>
          </a:prstGeom>
          <a:noFill/>
          <a:ln/>
        </p:spPr>
        <p:txBody>
          <a:bodyPr wrap="square" rtlCol="0"/>
          <a:lstStyle>
            <a:lvl1pPr algn="l" indent="0" marL="0">
              <a:buNone/>
              <a:defRPr lang="en-US" sz="1100" dirty="0">
                <a:solidFill>
                  <a:srgbClr val="6B6670"/>
                </a:solidFill>
                <a:latin typeface="Montserrat" pitchFamily="34" charset="0"/>
                <a:ea typeface="Montserrat" pitchFamily="34" charset="-122"/>
                <a:cs typeface="Montserrat" pitchFamily="34" charset="-120"/>
              </a:defRPr>
            </a:lvl1pPr>
          </a:lstStyle>
          <a:p>
            <a:pPr algn="l" indent="0" marL="0">
              <a:buNone/>
            </a:pPr>
            <a:r>
              <a:rPr lang="en-US" sz="1100" dirty="0">
                <a:solidFill>
                  <a:srgbClr val="6B6670"/>
                </a:solidFill>
                <a:latin typeface="Montserrat" pitchFamily="34" charset="0"/>
                <a:ea typeface="Montserrat" pitchFamily="34" charset="-122"/>
                <a:cs typeface="Montserrat" pitchFamily="34" charset="-120"/>
              </a:rPr>
              <a:t>Insérer une image</a:t>
            </a:r>
            <a:endParaRPr lang="en-US" sz="1100" dirty="0"/>
          </a:p>
        </p:txBody>
      </p:sp>
      <p:sp>
        <p:nvSpPr>
          <p:cNvPr id="12" name="Shape 7"/>
          <p:cNvSpPr/>
          <p:nvPr/>
        </p:nvSpPr>
        <p:spPr>
          <a:xfrm>
            <a:off x="640080" y="4480560"/>
            <a:ext cx="3423818" cy="54864"/>
          </a:xfrm>
          <a:prstGeom prst="rect">
            <a:avLst/>
          </a:prstGeom>
          <a:solidFill>
            <a:srgbClr val="C2432B"/>
          </a:solidFill>
          <a:ln w="12700">
            <a:solidFill>
              <a:srgbClr val="C2432B"/>
            </a:solidFill>
            <a:prstDash val="solid"/>
          </a:ln>
        </p:spPr>
      </p:sp>
      <p:sp>
        <p:nvSpPr>
          <p:cNvPr id="13" name="Intertitre 1"/>
          <p:cNvSpPr/>
          <p:nvPr>
            <p:ph idx="111" type="body" hasCustomPrompt="1"/>
          </p:nvPr>
        </p:nvSpPr>
        <p:spPr>
          <a:xfrm>
            <a:off x="640080" y="4663440"/>
            <a:ext cx="3423818" cy="411480"/>
          </a:xfrm>
          <a:prstGeom prst="rect">
            <a:avLst/>
          </a:prstGeom>
          <a:noFill/>
          <a:ln/>
        </p:spPr>
        <p:txBody>
          <a:bodyPr wrap="square" rtlCol="0"/>
          <a:lstStyle>
            <a:lvl1pPr algn="l" indent="0" marL="0">
              <a:buNone/>
              <a:defRPr lang="en-US" sz="1800" dirty="0">
                <a:solidFill>
                  <a:srgbClr val="1E1B2E"/>
                </a:solidFill>
                <a:latin typeface="Playfair Display" pitchFamily="34" charset="0"/>
                <a:ea typeface="Playfair Display" pitchFamily="34" charset="-122"/>
                <a:cs typeface="Playfair Display" pitchFamily="34" charset="-120"/>
              </a:defRPr>
            </a:lvl1pPr>
          </a:lstStyle>
          <a:p>
            <a:pPr algn="l" indent="0" marL="0">
              <a:buNone/>
            </a:pPr>
            <a:r>
              <a:rPr lang="en-US" sz="1800" dirty="0">
                <a:solidFill>
                  <a:srgbClr val="1E1B2E"/>
                </a:solidFill>
                <a:latin typeface="Playfair Display" pitchFamily="34" charset="0"/>
                <a:ea typeface="Playfair Display" pitchFamily="34" charset="-122"/>
                <a:cs typeface="Playfair Display" pitchFamily="34" charset="-120"/>
              </a:rPr>
              <a:t>Intertitre</a:t>
            </a:r>
            <a:endParaRPr lang="en-US" sz="1800" dirty="0"/>
          </a:p>
        </p:txBody>
      </p:sp>
      <p:sp>
        <p:nvSpPr>
          <p:cNvPr id="14" name="Texte 1"/>
          <p:cNvSpPr/>
          <p:nvPr>
            <p:ph idx="112" type="body" hasCustomPrompt="1"/>
          </p:nvPr>
        </p:nvSpPr>
        <p:spPr>
          <a:xfrm>
            <a:off x="640080" y="5120640"/>
            <a:ext cx="3423818" cy="1097280"/>
          </a:xfrm>
          <a:prstGeom prst="rect">
            <a:avLst/>
          </a:prstGeom>
          <a:noFill/>
          <a:ln/>
        </p:spPr>
        <p:txBody>
          <a:bodyPr wrap="square" rtlCol="0"/>
          <a:lstStyle>
            <a:lvl1pPr algn="l" indent="0" marL="0">
              <a:buNone/>
              <a:defRPr lang="en-US" sz="1300" dirty="0">
                <a:solidFill>
                  <a:srgbClr val="26232F"/>
                </a:solidFill>
                <a:latin typeface="Montserrat" pitchFamily="34" charset="0"/>
                <a:ea typeface="Montserrat" pitchFamily="34" charset="-122"/>
                <a:cs typeface="Montserrat" pitchFamily="34" charset="-120"/>
              </a:defRPr>
            </a:lvl1pPr>
          </a:lstStyle>
          <a:p>
            <a:pPr algn="l" indent="0" marL="0">
              <a:buNone/>
            </a:pPr>
            <a:r>
              <a:rPr lang="en-US" sz="1300" dirty="0">
                <a:solidFill>
                  <a:srgbClr val="26232F"/>
                </a:solidFill>
                <a:latin typeface="Montserrat" pitchFamily="34" charset="0"/>
                <a:ea typeface="Montserrat" pitchFamily="34" charset="-122"/>
                <a:cs typeface="Montserrat" pitchFamily="34" charset="-120"/>
              </a:rPr>
              <a:t>Deux lignes de texte au maximum</a:t>
            </a:r>
            <a:endParaRPr lang="en-US" sz="1300" dirty="0"/>
          </a:p>
        </p:txBody>
      </p:sp>
      <p:sp>
        <p:nvSpPr>
          <p:cNvPr id="15" name="Shape 8"/>
          <p:cNvSpPr/>
          <p:nvPr/>
        </p:nvSpPr>
        <p:spPr>
          <a:xfrm>
            <a:off x="4383938" y="2240280"/>
            <a:ext cx="3423818" cy="2240280"/>
          </a:xfrm>
          <a:prstGeom prst="rect">
            <a:avLst/>
          </a:prstGeom>
          <a:solidFill>
            <a:srgbClr val="DDD3C1"/>
          </a:solidFill>
          <a:ln w="12700">
            <a:solidFill>
              <a:srgbClr val="DDD3C1"/>
            </a:solidFill>
            <a:prstDash val="solid"/>
          </a:ln>
        </p:spPr>
      </p:sp>
      <p:sp>
        <p:nvSpPr>
          <p:cNvPr id="16" name="Image 2"/>
          <p:cNvSpPr/>
          <p:nvPr>
            <p:ph type="pic" idx="114" hasCustomPrompt="1"/>
          </p:nvPr>
        </p:nvSpPr>
        <p:spPr>
          <a:xfrm>
            <a:off x="4383938" y="2240280"/>
            <a:ext cx="3423818" cy="2240280"/>
          </a:xfrm>
          <a:prstGeom prst="rect">
            <a:avLst/>
          </a:prstGeom>
          <a:noFill/>
          <a:ln/>
        </p:spPr>
        <p:txBody>
          <a:bodyPr wrap="square" rtlCol="0"/>
          <a:lstStyle>
            <a:lvl1pPr algn="l" indent="0" marL="0">
              <a:buNone/>
              <a:defRPr lang="en-US" sz="1100" dirty="0">
                <a:solidFill>
                  <a:srgbClr val="6B6670"/>
                </a:solidFill>
                <a:latin typeface="Montserrat" pitchFamily="34" charset="0"/>
                <a:ea typeface="Montserrat" pitchFamily="34" charset="-122"/>
                <a:cs typeface="Montserrat" pitchFamily="34" charset="-120"/>
              </a:defRPr>
            </a:lvl1pPr>
          </a:lstStyle>
          <a:p>
            <a:pPr algn="l" indent="0" marL="0">
              <a:buNone/>
            </a:pPr>
            <a:r>
              <a:rPr lang="en-US" sz="1100" dirty="0">
                <a:solidFill>
                  <a:srgbClr val="6B6670"/>
                </a:solidFill>
                <a:latin typeface="Montserrat" pitchFamily="34" charset="0"/>
                <a:ea typeface="Montserrat" pitchFamily="34" charset="-122"/>
                <a:cs typeface="Montserrat" pitchFamily="34" charset="-120"/>
              </a:rPr>
              <a:t>Insérer une image</a:t>
            </a:r>
            <a:endParaRPr lang="en-US" sz="1100" dirty="0"/>
          </a:p>
        </p:txBody>
      </p:sp>
      <p:sp>
        <p:nvSpPr>
          <p:cNvPr id="17" name="Shape 9"/>
          <p:cNvSpPr/>
          <p:nvPr/>
        </p:nvSpPr>
        <p:spPr>
          <a:xfrm>
            <a:off x="4383938" y="4480560"/>
            <a:ext cx="3423818" cy="54864"/>
          </a:xfrm>
          <a:prstGeom prst="rect">
            <a:avLst/>
          </a:prstGeom>
          <a:solidFill>
            <a:srgbClr val="C8963A"/>
          </a:solidFill>
          <a:ln w="12700">
            <a:solidFill>
              <a:srgbClr val="C8963A"/>
            </a:solidFill>
            <a:prstDash val="solid"/>
          </a:ln>
        </p:spPr>
      </p:sp>
      <p:sp>
        <p:nvSpPr>
          <p:cNvPr id="18" name="Intertitre 2"/>
          <p:cNvSpPr/>
          <p:nvPr>
            <p:ph idx="116" type="body" hasCustomPrompt="1"/>
          </p:nvPr>
        </p:nvSpPr>
        <p:spPr>
          <a:xfrm>
            <a:off x="4383938" y="4663440"/>
            <a:ext cx="3423818" cy="411480"/>
          </a:xfrm>
          <a:prstGeom prst="rect">
            <a:avLst/>
          </a:prstGeom>
          <a:noFill/>
          <a:ln/>
        </p:spPr>
        <p:txBody>
          <a:bodyPr wrap="square" rtlCol="0"/>
          <a:lstStyle>
            <a:lvl1pPr algn="l" indent="0" marL="0">
              <a:buNone/>
              <a:defRPr lang="en-US" sz="1800" dirty="0">
                <a:solidFill>
                  <a:srgbClr val="1E1B2E"/>
                </a:solidFill>
                <a:latin typeface="Playfair Display" pitchFamily="34" charset="0"/>
                <a:ea typeface="Playfair Display" pitchFamily="34" charset="-122"/>
                <a:cs typeface="Playfair Display" pitchFamily="34" charset="-120"/>
              </a:defRPr>
            </a:lvl1pPr>
          </a:lstStyle>
          <a:p>
            <a:pPr algn="l" indent="0" marL="0">
              <a:buNone/>
            </a:pPr>
            <a:r>
              <a:rPr lang="en-US" sz="1800" dirty="0">
                <a:solidFill>
                  <a:srgbClr val="1E1B2E"/>
                </a:solidFill>
                <a:latin typeface="Playfair Display" pitchFamily="34" charset="0"/>
                <a:ea typeface="Playfair Display" pitchFamily="34" charset="-122"/>
                <a:cs typeface="Playfair Display" pitchFamily="34" charset="-120"/>
              </a:rPr>
              <a:t>Intertitre</a:t>
            </a:r>
            <a:endParaRPr lang="en-US" sz="1800" dirty="0"/>
          </a:p>
        </p:txBody>
      </p:sp>
      <p:sp>
        <p:nvSpPr>
          <p:cNvPr id="19" name="Texte 2"/>
          <p:cNvSpPr/>
          <p:nvPr>
            <p:ph idx="117" type="body" hasCustomPrompt="1"/>
          </p:nvPr>
        </p:nvSpPr>
        <p:spPr>
          <a:xfrm>
            <a:off x="4383938" y="5120640"/>
            <a:ext cx="3423818" cy="1097280"/>
          </a:xfrm>
          <a:prstGeom prst="rect">
            <a:avLst/>
          </a:prstGeom>
          <a:noFill/>
          <a:ln/>
        </p:spPr>
        <p:txBody>
          <a:bodyPr wrap="square" rtlCol="0"/>
          <a:lstStyle>
            <a:lvl1pPr algn="l" indent="0" marL="0">
              <a:buNone/>
              <a:defRPr lang="en-US" sz="1300" dirty="0">
                <a:solidFill>
                  <a:srgbClr val="26232F"/>
                </a:solidFill>
                <a:latin typeface="Montserrat" pitchFamily="34" charset="0"/>
                <a:ea typeface="Montserrat" pitchFamily="34" charset="-122"/>
                <a:cs typeface="Montserrat" pitchFamily="34" charset="-120"/>
              </a:defRPr>
            </a:lvl1pPr>
          </a:lstStyle>
          <a:p>
            <a:pPr algn="l" indent="0" marL="0">
              <a:buNone/>
            </a:pPr>
            <a:r>
              <a:rPr lang="en-US" sz="1300" dirty="0">
                <a:solidFill>
                  <a:srgbClr val="26232F"/>
                </a:solidFill>
                <a:latin typeface="Montserrat" pitchFamily="34" charset="0"/>
                <a:ea typeface="Montserrat" pitchFamily="34" charset="-122"/>
                <a:cs typeface="Montserrat" pitchFamily="34" charset="-120"/>
              </a:rPr>
              <a:t>Deux lignes de texte au maximum</a:t>
            </a:r>
            <a:endParaRPr lang="en-US" sz="1300" dirty="0"/>
          </a:p>
        </p:txBody>
      </p:sp>
      <p:sp>
        <p:nvSpPr>
          <p:cNvPr id="20" name="Shape 10"/>
          <p:cNvSpPr/>
          <p:nvPr/>
        </p:nvSpPr>
        <p:spPr>
          <a:xfrm>
            <a:off x="8127797" y="2240280"/>
            <a:ext cx="3423818" cy="2240280"/>
          </a:xfrm>
          <a:prstGeom prst="rect">
            <a:avLst/>
          </a:prstGeom>
          <a:solidFill>
            <a:srgbClr val="DDD3C1"/>
          </a:solidFill>
          <a:ln w="12700">
            <a:solidFill>
              <a:srgbClr val="DDD3C1"/>
            </a:solidFill>
            <a:prstDash val="solid"/>
          </a:ln>
        </p:spPr>
      </p:sp>
      <p:sp>
        <p:nvSpPr>
          <p:cNvPr id="21" name="Image 3"/>
          <p:cNvSpPr/>
          <p:nvPr>
            <p:ph type="pic" idx="119" hasCustomPrompt="1"/>
          </p:nvPr>
        </p:nvSpPr>
        <p:spPr>
          <a:xfrm>
            <a:off x="8127797" y="2240280"/>
            <a:ext cx="3423818" cy="2240280"/>
          </a:xfrm>
          <a:prstGeom prst="rect">
            <a:avLst/>
          </a:prstGeom>
          <a:noFill/>
          <a:ln/>
        </p:spPr>
        <p:txBody>
          <a:bodyPr wrap="square" rtlCol="0"/>
          <a:lstStyle>
            <a:lvl1pPr algn="l" indent="0" marL="0">
              <a:buNone/>
              <a:defRPr lang="en-US" sz="1100" dirty="0">
                <a:solidFill>
                  <a:srgbClr val="6B6670"/>
                </a:solidFill>
                <a:latin typeface="Montserrat" pitchFamily="34" charset="0"/>
                <a:ea typeface="Montserrat" pitchFamily="34" charset="-122"/>
                <a:cs typeface="Montserrat" pitchFamily="34" charset="-120"/>
              </a:defRPr>
            </a:lvl1pPr>
          </a:lstStyle>
          <a:p>
            <a:pPr algn="l" indent="0" marL="0">
              <a:buNone/>
            </a:pPr>
            <a:r>
              <a:rPr lang="en-US" sz="1100" dirty="0">
                <a:solidFill>
                  <a:srgbClr val="6B6670"/>
                </a:solidFill>
                <a:latin typeface="Montserrat" pitchFamily="34" charset="0"/>
                <a:ea typeface="Montserrat" pitchFamily="34" charset="-122"/>
                <a:cs typeface="Montserrat" pitchFamily="34" charset="-120"/>
              </a:rPr>
              <a:t>Insérer une image</a:t>
            </a:r>
            <a:endParaRPr lang="en-US" sz="1100" dirty="0"/>
          </a:p>
        </p:txBody>
      </p:sp>
      <p:sp>
        <p:nvSpPr>
          <p:cNvPr id="22" name="Shape 11"/>
          <p:cNvSpPr/>
          <p:nvPr/>
        </p:nvSpPr>
        <p:spPr>
          <a:xfrm>
            <a:off x="8127797" y="4480560"/>
            <a:ext cx="3423818" cy="54864"/>
          </a:xfrm>
          <a:prstGeom prst="rect">
            <a:avLst/>
          </a:prstGeom>
          <a:solidFill>
            <a:srgbClr val="8FA593"/>
          </a:solidFill>
          <a:ln w="12700">
            <a:solidFill>
              <a:srgbClr val="8FA593"/>
            </a:solidFill>
            <a:prstDash val="solid"/>
          </a:ln>
        </p:spPr>
      </p:sp>
      <p:sp>
        <p:nvSpPr>
          <p:cNvPr id="23" name="Intertitre 3"/>
          <p:cNvSpPr/>
          <p:nvPr>
            <p:ph idx="121" type="body" hasCustomPrompt="1"/>
          </p:nvPr>
        </p:nvSpPr>
        <p:spPr>
          <a:xfrm>
            <a:off x="8127797" y="4663440"/>
            <a:ext cx="3423818" cy="411480"/>
          </a:xfrm>
          <a:prstGeom prst="rect">
            <a:avLst/>
          </a:prstGeom>
          <a:noFill/>
          <a:ln/>
        </p:spPr>
        <p:txBody>
          <a:bodyPr wrap="square" rtlCol="0"/>
          <a:lstStyle>
            <a:lvl1pPr algn="l" indent="0" marL="0">
              <a:buNone/>
              <a:defRPr lang="en-US" sz="1800" dirty="0">
                <a:solidFill>
                  <a:srgbClr val="1E1B2E"/>
                </a:solidFill>
                <a:latin typeface="Playfair Display" pitchFamily="34" charset="0"/>
                <a:ea typeface="Playfair Display" pitchFamily="34" charset="-122"/>
                <a:cs typeface="Playfair Display" pitchFamily="34" charset="-120"/>
              </a:defRPr>
            </a:lvl1pPr>
          </a:lstStyle>
          <a:p>
            <a:pPr algn="l" indent="0" marL="0">
              <a:buNone/>
            </a:pPr>
            <a:r>
              <a:rPr lang="en-US" sz="1800" dirty="0">
                <a:solidFill>
                  <a:srgbClr val="1E1B2E"/>
                </a:solidFill>
                <a:latin typeface="Playfair Display" pitchFamily="34" charset="0"/>
                <a:ea typeface="Playfair Display" pitchFamily="34" charset="-122"/>
                <a:cs typeface="Playfair Display" pitchFamily="34" charset="-120"/>
              </a:rPr>
              <a:t>Intertitre</a:t>
            </a:r>
            <a:endParaRPr lang="en-US" sz="1800" dirty="0"/>
          </a:p>
        </p:txBody>
      </p:sp>
      <p:sp>
        <p:nvSpPr>
          <p:cNvPr id="24" name="Texte 3"/>
          <p:cNvSpPr/>
          <p:nvPr>
            <p:ph idx="122" type="body" hasCustomPrompt="1"/>
          </p:nvPr>
        </p:nvSpPr>
        <p:spPr>
          <a:xfrm>
            <a:off x="8127797" y="5120640"/>
            <a:ext cx="3423818" cy="1097280"/>
          </a:xfrm>
          <a:prstGeom prst="rect">
            <a:avLst/>
          </a:prstGeom>
          <a:noFill/>
          <a:ln/>
        </p:spPr>
        <p:txBody>
          <a:bodyPr wrap="square" rtlCol="0"/>
          <a:lstStyle>
            <a:lvl1pPr algn="l" indent="0" marL="0">
              <a:buNone/>
              <a:defRPr lang="en-US" sz="1300" dirty="0">
                <a:solidFill>
                  <a:srgbClr val="26232F"/>
                </a:solidFill>
                <a:latin typeface="Montserrat" pitchFamily="34" charset="0"/>
                <a:ea typeface="Montserrat" pitchFamily="34" charset="-122"/>
                <a:cs typeface="Montserrat" pitchFamily="34" charset="-120"/>
              </a:defRPr>
            </a:lvl1pPr>
          </a:lstStyle>
          <a:p>
            <a:pPr algn="l" indent="0" marL="0">
              <a:buNone/>
            </a:pPr>
            <a:r>
              <a:rPr lang="en-US" sz="1300" dirty="0">
                <a:solidFill>
                  <a:srgbClr val="26232F"/>
                </a:solidFill>
                <a:latin typeface="Montserrat" pitchFamily="34" charset="0"/>
                <a:ea typeface="Montserrat" pitchFamily="34" charset="-122"/>
                <a:cs typeface="Montserrat" pitchFamily="34" charset="-120"/>
              </a:rPr>
              <a:t>Deux lignes de texte au maximum</a:t>
            </a:r>
            <a:endParaRPr lang="en-US" sz="1300" dirty="0"/>
          </a:p>
        </p:txBody>
      </p:sp>
      <p:sp>
        <p:nvSpPr>
          <p:cNvPr id="25" name="Slide Number Placeholder 0"/>
          <p:cNvSpPr>
            <a:spLocks noGrp="1"/>
          </p:cNvSpPr>
          <p:nvPr>
            <p:ph type="sldNum" sz="quarter" idx="4294967295"/>
          </p:nvPr>
        </p:nvSpPr>
        <p:spPr>
          <a:xfrm>
            <a:off x="11002975" y="6455664"/>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6670"/>
                </a:solidFill>
                <a:latin typeface="Montserrat"/>
                <a:ea typeface="Montserrat"/>
                <a:cs typeface="Montserrat"/>
              </a:defRPr>
            </a:lvl1pPr>
          </a:lstStyle>
          <a:p>
            <a:pPr algn="r"/>
            <a:fld id="{F7021451-1387-4CA6-816F-3879F97B5CBC}" type="slidenum">
              <a:rPr b="0" lang="en-US"/>
              <a:t>1011</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11 Chiffres clés">
    <p:bg>
      <p:bgPr>
        <a:solidFill>
          <a:srgbClr val="F4EEE3"/>
        </a:solidFill>
      </p:bgPr>
    </p:bg>
    <p:spTree>
      <p:nvGrpSpPr>
        <p:cNvPr id="1" name=""/>
        <p:cNvGrpSpPr/>
        <p:nvPr/>
      </p:nvGrpSpPr>
      <p:grpSpPr>
        <a:xfrm>
          <a:off x="0" y="0"/>
          <a:ext cx="0" cy="0"/>
          <a:chOff x="0" y="0"/>
          <a:chExt cx="0" cy="0"/>
        </a:xfrm>
      </p:grpSpPr>
      <p:sp>
        <p:nvSpPr>
          <p:cNvPr id="2" name="Text 0"/>
          <p:cNvSpPr/>
          <p:nvPr/>
        </p:nvSpPr>
        <p:spPr>
          <a:xfrm>
            <a:off x="640080" y="329184"/>
            <a:ext cx="2743200" cy="228600"/>
          </a:xfrm>
          <a:prstGeom prst="rect">
            <a:avLst/>
          </a:prstGeom>
          <a:noFill/>
          <a:ln/>
        </p:spPr>
        <p:txBody>
          <a:bodyPr wrap="square" lIns="0" tIns="0" rIns="0" bIns="0" rtlCol="0" anchor="ctr"/>
          <a:lstStyle/>
          <a:p>
            <a:pPr indent="0" marL="0">
              <a:buNone/>
            </a:pPr>
            <a:r>
              <a:rPr lang="en-US" sz="900" b="1" spc="400" kern="0" dirty="0">
                <a:solidFill>
                  <a:srgbClr val="1E1B2E"/>
                </a:solidFill>
                <a:latin typeface="Montserrat" pitchFamily="34" charset="0"/>
                <a:ea typeface="Montserrat" pitchFamily="34" charset="-122"/>
                <a:cs typeface="Montserrat" pitchFamily="34" charset="-120"/>
              </a:rPr>
              <a:t>POPTABLES</a:t>
            </a:r>
            <a:endParaRPr lang="en-US" sz="900" dirty="0"/>
          </a:p>
        </p:txBody>
      </p:sp>
      <p:sp>
        <p:nvSpPr>
          <p:cNvPr id="3" name="Shape 1"/>
          <p:cNvSpPr/>
          <p:nvPr/>
        </p:nvSpPr>
        <p:spPr>
          <a:xfrm>
            <a:off x="11002975" y="356616"/>
            <a:ext cx="137160" cy="137160"/>
          </a:xfrm>
          <a:prstGeom prst="rect">
            <a:avLst/>
          </a:prstGeom>
          <a:solidFill>
            <a:srgbClr val="C8963A"/>
          </a:solidFill>
          <a:ln w="12700">
            <a:solidFill>
              <a:srgbClr val="C8963A"/>
            </a:solidFill>
            <a:prstDash val="solid"/>
          </a:ln>
        </p:spPr>
      </p:sp>
      <p:sp>
        <p:nvSpPr>
          <p:cNvPr id="4" name="Text 2"/>
          <p:cNvSpPr/>
          <p:nvPr/>
        </p:nvSpPr>
        <p:spPr>
          <a:xfrm>
            <a:off x="11208715" y="356616"/>
            <a:ext cx="137160" cy="137160"/>
          </a:xfrm>
          <a:prstGeom prst="ellipse">
            <a:avLst/>
          </a:prstGeom>
          <a:solidFill>
            <a:srgbClr val="C2432B"/>
          </a:solidFill>
          <a:ln>
            <a:solidFill>
              <a:srgbClr val="C2432B"/>
            </a:solidFill>
          </a:ln>
        </p:spPr>
        <p:txBody>
          <a:bodyPr wrap="square" rtlCol="0" anchor="ctr"/>
          <a:lstStyle/>
          <a:p>
            <a:pPr indent="0" marL="0">
              <a:buNone/>
            </a:pPr>
            <a:endParaRPr lang="en-US" dirty="0"/>
          </a:p>
        </p:txBody>
      </p:sp>
      <p:sp>
        <p:nvSpPr>
          <p:cNvPr id="5" name="Text 3"/>
          <p:cNvSpPr/>
          <p:nvPr/>
        </p:nvSpPr>
        <p:spPr>
          <a:xfrm>
            <a:off x="11414455" y="356616"/>
            <a:ext cx="137160" cy="137160"/>
          </a:xfrm>
          <a:prstGeom prst="triangle">
            <a:avLst/>
          </a:prstGeom>
          <a:solidFill>
            <a:srgbClr val="1E1B2E"/>
          </a:solidFill>
          <a:ln>
            <a:solidFill>
              <a:srgbClr val="1E1B2E"/>
            </a:solidFill>
          </a:ln>
        </p:spPr>
        <p:txBody>
          <a:bodyPr wrap="square" rtlCol="0" anchor="ctr"/>
          <a:lstStyle/>
          <a:p>
            <a:pPr indent="0" marL="0">
              <a:buNone/>
            </a:pPr>
            <a:endParaRPr lang="en-US" dirty="0"/>
          </a:p>
        </p:txBody>
      </p:sp>
      <p:sp>
        <p:nvSpPr>
          <p:cNvPr id="6" name="Shape 4"/>
          <p:cNvSpPr/>
          <p:nvPr/>
        </p:nvSpPr>
        <p:spPr>
          <a:xfrm>
            <a:off x="640080" y="6382512"/>
            <a:ext cx="10911535" cy="0"/>
          </a:xfrm>
          <a:prstGeom prst="line">
            <a:avLst/>
          </a:prstGeom>
          <a:noFill/>
          <a:ln w="9525">
            <a:solidFill>
              <a:srgbClr val="D3C8B5"/>
            </a:solidFill>
            <a:prstDash val="solid"/>
          </a:ln>
        </p:spPr>
      </p:sp>
      <p:sp>
        <p:nvSpPr>
          <p:cNvPr id="7" name="Text 5"/>
          <p:cNvSpPr/>
          <p:nvPr/>
        </p:nvSpPr>
        <p:spPr>
          <a:xfrm>
            <a:off x="640080" y="6473952"/>
            <a:ext cx="5486400" cy="201168"/>
          </a:xfrm>
          <a:prstGeom prst="rect">
            <a:avLst/>
          </a:prstGeom>
          <a:noFill/>
          <a:ln/>
        </p:spPr>
        <p:txBody>
          <a:bodyPr wrap="square" lIns="0" tIns="0" rIns="0" bIns="0" rtlCol="0" anchor="ctr"/>
          <a:lstStyle/>
          <a:p>
            <a:pPr indent="0" marL="0">
              <a:buNone/>
            </a:pPr>
            <a:r>
              <a:rPr lang="en-US" sz="850" spc="100" kern="0" dirty="0">
                <a:solidFill>
                  <a:srgbClr val="6B6670"/>
                </a:solidFill>
                <a:latin typeface="Montserrat" pitchFamily="34" charset="0"/>
                <a:ea typeface="Montserrat" pitchFamily="34" charset="-122"/>
                <a:cs typeface="Montserrat" pitchFamily="34" charset="-120"/>
              </a:rPr>
              <a:t>Projet PopTables  ·  Document confidentiel</a:t>
            </a:r>
            <a:endParaRPr lang="en-US" sz="850" dirty="0"/>
          </a:p>
        </p:txBody>
      </p:sp>
      <p:sp>
        <p:nvSpPr>
          <p:cNvPr id="8" name="Surtitre"/>
          <p:cNvSpPr/>
          <p:nvPr>
            <p:ph idx="106" type="body" hasCustomPrompt="1"/>
          </p:nvPr>
        </p:nvSpPr>
        <p:spPr>
          <a:xfrm>
            <a:off x="640080" y="914400"/>
            <a:ext cx="8229600" cy="274320"/>
          </a:xfrm>
          <a:prstGeom prst="rect">
            <a:avLst/>
          </a:prstGeom>
          <a:noFill/>
          <a:ln/>
        </p:spPr>
        <p:txBody>
          <a:bodyPr wrap="square" rtlCol="0"/>
          <a:lstStyle>
            <a:lvl1pPr algn="l" indent="0" marL="0">
              <a:buNone/>
              <a:defRPr lang="en-US" sz="1000" b="1" spc="300" kern="0" dirty="0">
                <a:solidFill>
                  <a:srgbClr val="C2432B"/>
                </a:solidFill>
                <a:latin typeface="Montserrat" pitchFamily="34" charset="0"/>
                <a:ea typeface="Montserrat" pitchFamily="34" charset="-122"/>
                <a:cs typeface="Montserrat" pitchFamily="34" charset="-120"/>
              </a:defRPr>
            </a:lvl1pPr>
          </a:lstStyle>
          <a:p>
            <a:pPr algn="l" indent="0" marL="0">
              <a:buNone/>
            </a:pPr>
            <a:r>
              <a:rPr lang="en-US" sz="1000" b="1" spc="300" kern="0" dirty="0">
                <a:solidFill>
                  <a:srgbClr val="C2432B"/>
                </a:solidFill>
                <a:latin typeface="Montserrat" pitchFamily="34" charset="0"/>
                <a:ea typeface="Montserrat" pitchFamily="34" charset="-122"/>
                <a:cs typeface="Montserrat" pitchFamily="34" charset="-120"/>
              </a:rPr>
              <a:t>SURTITRE</a:t>
            </a:r>
            <a:endParaRPr lang="en-US" sz="1000" dirty="0"/>
          </a:p>
        </p:txBody>
      </p:sp>
      <p:sp>
        <p:nvSpPr>
          <p:cNvPr id="9" name="Titre"/>
          <p:cNvSpPr/>
          <p:nvPr>
            <p:ph idx="107" type="title" hasCustomPrompt="1"/>
          </p:nvPr>
        </p:nvSpPr>
        <p:spPr>
          <a:xfrm>
            <a:off x="640080" y="1234440"/>
            <a:ext cx="10911535" cy="1097280"/>
          </a:xfrm>
          <a:prstGeom prst="rect">
            <a:avLst/>
          </a:prstGeom>
          <a:noFill/>
          <a:ln/>
        </p:spPr>
        <p:txBody>
          <a:bodyPr wrap="square" rtlCol="0"/>
          <a:lstStyle>
            <a:lvl1pPr algn="l" indent="0" marL="0">
              <a:buNone/>
              <a:defRPr lang="en-US" sz="3000" dirty="0">
                <a:solidFill>
                  <a:srgbClr val="1E1B2E"/>
                </a:solidFill>
                <a:latin typeface="Playfair Display" pitchFamily="34" charset="0"/>
                <a:ea typeface="Playfair Display" pitchFamily="34" charset="-122"/>
                <a:cs typeface="Playfair Display" pitchFamily="34" charset="-120"/>
              </a:defRPr>
            </a:lvl1pPr>
          </a:lstStyle>
          <a:p>
            <a:pPr algn="l" indent="0" marL="0">
              <a:buNone/>
            </a:pPr>
            <a:r>
              <a:rPr lang="en-US" sz="3000" dirty="0">
                <a:solidFill>
                  <a:srgbClr val="1E1B2E"/>
                </a:solidFill>
                <a:latin typeface="Playfair Display" pitchFamily="34" charset="0"/>
                <a:ea typeface="Playfair Display" pitchFamily="34" charset="-122"/>
                <a:cs typeface="Playfair Display" pitchFamily="34" charset="-120"/>
              </a:rPr>
              <a:t>Cliquez pour ajouter un titre</a:t>
            </a:r>
            <a:endParaRPr lang="en-US" sz="3000" dirty="0"/>
          </a:p>
        </p:txBody>
      </p:sp>
      <p:sp>
        <p:nvSpPr>
          <p:cNvPr id="10" name="Shape 6"/>
          <p:cNvSpPr/>
          <p:nvPr/>
        </p:nvSpPr>
        <p:spPr>
          <a:xfrm>
            <a:off x="640080" y="2651760"/>
            <a:ext cx="3423818" cy="3383280"/>
          </a:xfrm>
          <a:prstGeom prst="rect">
            <a:avLst/>
          </a:prstGeom>
          <a:solidFill>
            <a:srgbClr val="EAE1D0"/>
          </a:solidFill>
          <a:ln w="12700">
            <a:solidFill>
              <a:srgbClr val="EAE1D0"/>
            </a:solidFill>
            <a:prstDash val="solid"/>
          </a:ln>
        </p:spPr>
      </p:sp>
      <p:sp>
        <p:nvSpPr>
          <p:cNvPr id="11" name="Shape 7"/>
          <p:cNvSpPr/>
          <p:nvPr/>
        </p:nvSpPr>
        <p:spPr>
          <a:xfrm>
            <a:off x="640080" y="2651760"/>
            <a:ext cx="3423818" cy="73152"/>
          </a:xfrm>
          <a:prstGeom prst="rect">
            <a:avLst/>
          </a:prstGeom>
          <a:solidFill>
            <a:srgbClr val="C2432B"/>
          </a:solidFill>
          <a:ln w="12700">
            <a:solidFill>
              <a:srgbClr val="C2432B"/>
            </a:solidFill>
            <a:prstDash val="solid"/>
          </a:ln>
        </p:spPr>
      </p:sp>
      <p:sp>
        <p:nvSpPr>
          <p:cNvPr id="12" name="Chiffre 1"/>
          <p:cNvSpPr/>
          <p:nvPr>
            <p:ph idx="110" type="body" hasCustomPrompt="1"/>
          </p:nvPr>
        </p:nvSpPr>
        <p:spPr>
          <a:xfrm>
            <a:off x="960120" y="2971800"/>
            <a:ext cx="2783738" cy="1280160"/>
          </a:xfrm>
          <a:prstGeom prst="rect">
            <a:avLst/>
          </a:prstGeom>
          <a:noFill/>
          <a:ln/>
        </p:spPr>
        <p:txBody>
          <a:bodyPr wrap="square" rtlCol="0"/>
          <a:lstStyle>
            <a:lvl1pPr algn="l" indent="0" marL="0">
              <a:buNone/>
              <a:defRPr lang="en-US" sz="6000" dirty="0">
                <a:solidFill>
                  <a:srgbClr val="C2432B"/>
                </a:solidFill>
                <a:latin typeface="Playfair Display" pitchFamily="34" charset="0"/>
                <a:ea typeface="Playfair Display" pitchFamily="34" charset="-122"/>
                <a:cs typeface="Playfair Display" pitchFamily="34" charset="-120"/>
              </a:defRPr>
            </a:lvl1pPr>
          </a:lstStyle>
          <a:p>
            <a:pPr algn="l" indent="0" marL="0">
              <a:buNone/>
            </a:pPr>
            <a:r>
              <a:rPr lang="en-US" sz="6000" dirty="0">
                <a:solidFill>
                  <a:srgbClr val="C2432B"/>
                </a:solidFill>
                <a:latin typeface="Playfair Display" pitchFamily="34" charset="0"/>
                <a:ea typeface="Playfair Display" pitchFamily="34" charset="-122"/>
                <a:cs typeface="Playfair Display" pitchFamily="34" charset="-120"/>
              </a:rPr>
              <a:t>00</a:t>
            </a:r>
            <a:endParaRPr lang="en-US" sz="6000" dirty="0"/>
          </a:p>
        </p:txBody>
      </p:sp>
      <p:sp>
        <p:nvSpPr>
          <p:cNvPr id="13" name="Libellé 1"/>
          <p:cNvSpPr/>
          <p:nvPr>
            <p:ph idx="111" type="body" hasCustomPrompt="1"/>
          </p:nvPr>
        </p:nvSpPr>
        <p:spPr>
          <a:xfrm>
            <a:off x="960120" y="4434840"/>
            <a:ext cx="2783738" cy="365760"/>
          </a:xfrm>
          <a:prstGeom prst="rect">
            <a:avLst/>
          </a:prstGeom>
          <a:noFill/>
          <a:ln/>
        </p:spPr>
        <p:txBody>
          <a:bodyPr wrap="square" rtlCol="0"/>
          <a:lstStyle>
            <a:lvl1pPr algn="l" indent="0" marL="0">
              <a:buNone/>
              <a:defRPr lang="en-US" sz="1100" b="1" spc="200" kern="0" dirty="0">
                <a:solidFill>
                  <a:srgbClr val="1E1B2E"/>
                </a:solidFill>
                <a:latin typeface="Montserrat" pitchFamily="34" charset="0"/>
                <a:ea typeface="Montserrat" pitchFamily="34" charset="-122"/>
                <a:cs typeface="Montserrat" pitchFamily="34" charset="-120"/>
              </a:defRPr>
            </a:lvl1pPr>
          </a:lstStyle>
          <a:p>
            <a:pPr algn="l" indent="0" marL="0">
              <a:buNone/>
            </a:pPr>
            <a:r>
              <a:rPr lang="en-US" sz="1100" b="1" spc="200" kern="0" dirty="0">
                <a:solidFill>
                  <a:srgbClr val="1E1B2E"/>
                </a:solidFill>
                <a:latin typeface="Montserrat" pitchFamily="34" charset="0"/>
                <a:ea typeface="Montserrat" pitchFamily="34" charset="-122"/>
                <a:cs typeface="Montserrat" pitchFamily="34" charset="-120"/>
              </a:rPr>
              <a:t>LIBELLÉ</a:t>
            </a:r>
            <a:endParaRPr lang="en-US" sz="1100" dirty="0"/>
          </a:p>
        </p:txBody>
      </p:sp>
      <p:sp>
        <p:nvSpPr>
          <p:cNvPr id="14" name="Commentaire 1"/>
          <p:cNvSpPr/>
          <p:nvPr>
            <p:ph idx="112" type="body" hasCustomPrompt="1"/>
          </p:nvPr>
        </p:nvSpPr>
        <p:spPr>
          <a:xfrm>
            <a:off x="960120" y="4846320"/>
            <a:ext cx="2783738" cy="1005840"/>
          </a:xfrm>
          <a:prstGeom prst="rect">
            <a:avLst/>
          </a:prstGeom>
          <a:noFill/>
          <a:ln/>
        </p:spPr>
        <p:txBody>
          <a:bodyPr wrap="square" rtlCol="0"/>
          <a:lstStyle>
            <a:lvl1pPr algn="l" indent="0" marL="0">
              <a:buNone/>
              <a:defRPr lang="en-US" sz="1300" dirty="0">
                <a:solidFill>
                  <a:srgbClr val="6B6670"/>
                </a:solidFill>
                <a:latin typeface="Montserrat" pitchFamily="34" charset="0"/>
                <a:ea typeface="Montserrat" pitchFamily="34" charset="-122"/>
                <a:cs typeface="Montserrat" pitchFamily="34" charset="-120"/>
              </a:defRPr>
            </a:lvl1pPr>
          </a:lstStyle>
          <a:p>
            <a:pPr algn="l" indent="0" marL="0">
              <a:buNone/>
            </a:pPr>
            <a:r>
              <a:rPr lang="en-US" sz="1300" dirty="0">
                <a:solidFill>
                  <a:srgbClr val="6B6670"/>
                </a:solidFill>
                <a:latin typeface="Montserrat" pitchFamily="34" charset="0"/>
                <a:ea typeface="Montserrat" pitchFamily="34" charset="-122"/>
                <a:cs typeface="Montserrat" pitchFamily="34" charset="-120"/>
              </a:rPr>
              <a:t>Une ligne d’explication</a:t>
            </a:r>
            <a:endParaRPr lang="en-US" sz="1300" dirty="0"/>
          </a:p>
        </p:txBody>
      </p:sp>
      <p:sp>
        <p:nvSpPr>
          <p:cNvPr id="15" name="Shape 8"/>
          <p:cNvSpPr/>
          <p:nvPr/>
        </p:nvSpPr>
        <p:spPr>
          <a:xfrm>
            <a:off x="4383938" y="2651760"/>
            <a:ext cx="3423818" cy="3383280"/>
          </a:xfrm>
          <a:prstGeom prst="rect">
            <a:avLst/>
          </a:prstGeom>
          <a:solidFill>
            <a:srgbClr val="EAE1D0"/>
          </a:solidFill>
          <a:ln w="12700">
            <a:solidFill>
              <a:srgbClr val="EAE1D0"/>
            </a:solidFill>
            <a:prstDash val="solid"/>
          </a:ln>
        </p:spPr>
      </p:sp>
      <p:sp>
        <p:nvSpPr>
          <p:cNvPr id="16" name="Shape 9"/>
          <p:cNvSpPr/>
          <p:nvPr/>
        </p:nvSpPr>
        <p:spPr>
          <a:xfrm>
            <a:off x="4383938" y="2651760"/>
            <a:ext cx="3423818" cy="73152"/>
          </a:xfrm>
          <a:prstGeom prst="rect">
            <a:avLst/>
          </a:prstGeom>
          <a:solidFill>
            <a:srgbClr val="C8963A"/>
          </a:solidFill>
          <a:ln w="12700">
            <a:solidFill>
              <a:srgbClr val="C8963A"/>
            </a:solidFill>
            <a:prstDash val="solid"/>
          </a:ln>
        </p:spPr>
      </p:sp>
      <p:sp>
        <p:nvSpPr>
          <p:cNvPr id="17" name="Chiffre 2"/>
          <p:cNvSpPr/>
          <p:nvPr>
            <p:ph idx="115" type="body" hasCustomPrompt="1"/>
          </p:nvPr>
        </p:nvSpPr>
        <p:spPr>
          <a:xfrm>
            <a:off x="4703978" y="2971800"/>
            <a:ext cx="2783738" cy="1280160"/>
          </a:xfrm>
          <a:prstGeom prst="rect">
            <a:avLst/>
          </a:prstGeom>
          <a:noFill/>
          <a:ln/>
        </p:spPr>
        <p:txBody>
          <a:bodyPr wrap="square" rtlCol="0"/>
          <a:lstStyle>
            <a:lvl1pPr algn="l" indent="0" marL="0">
              <a:buNone/>
              <a:defRPr lang="en-US" sz="6000" dirty="0">
                <a:solidFill>
                  <a:srgbClr val="1E1B2E"/>
                </a:solidFill>
                <a:latin typeface="Playfair Display" pitchFamily="34" charset="0"/>
                <a:ea typeface="Playfair Display" pitchFamily="34" charset="-122"/>
                <a:cs typeface="Playfair Display" pitchFamily="34" charset="-120"/>
              </a:defRPr>
            </a:lvl1pPr>
          </a:lstStyle>
          <a:p>
            <a:pPr algn="l" indent="0" marL="0">
              <a:buNone/>
            </a:pPr>
            <a:r>
              <a:rPr lang="en-US" sz="6000" dirty="0">
                <a:solidFill>
                  <a:srgbClr val="1E1B2E"/>
                </a:solidFill>
                <a:latin typeface="Playfair Display" pitchFamily="34" charset="0"/>
                <a:ea typeface="Playfair Display" pitchFamily="34" charset="-122"/>
                <a:cs typeface="Playfair Display" pitchFamily="34" charset="-120"/>
              </a:rPr>
              <a:t>00</a:t>
            </a:r>
            <a:endParaRPr lang="en-US" sz="6000" dirty="0"/>
          </a:p>
        </p:txBody>
      </p:sp>
      <p:sp>
        <p:nvSpPr>
          <p:cNvPr id="18" name="Libellé 2"/>
          <p:cNvSpPr/>
          <p:nvPr>
            <p:ph idx="116" type="body" hasCustomPrompt="1"/>
          </p:nvPr>
        </p:nvSpPr>
        <p:spPr>
          <a:xfrm>
            <a:off x="4703978" y="4434840"/>
            <a:ext cx="2783738" cy="365760"/>
          </a:xfrm>
          <a:prstGeom prst="rect">
            <a:avLst/>
          </a:prstGeom>
          <a:noFill/>
          <a:ln/>
        </p:spPr>
        <p:txBody>
          <a:bodyPr wrap="square" rtlCol="0"/>
          <a:lstStyle>
            <a:lvl1pPr algn="l" indent="0" marL="0">
              <a:buNone/>
              <a:defRPr lang="en-US" sz="1100" b="1" spc="200" kern="0" dirty="0">
                <a:solidFill>
                  <a:srgbClr val="1E1B2E"/>
                </a:solidFill>
                <a:latin typeface="Montserrat" pitchFamily="34" charset="0"/>
                <a:ea typeface="Montserrat" pitchFamily="34" charset="-122"/>
                <a:cs typeface="Montserrat" pitchFamily="34" charset="-120"/>
              </a:defRPr>
            </a:lvl1pPr>
          </a:lstStyle>
          <a:p>
            <a:pPr algn="l" indent="0" marL="0">
              <a:buNone/>
            </a:pPr>
            <a:r>
              <a:rPr lang="en-US" sz="1100" b="1" spc="200" kern="0" dirty="0">
                <a:solidFill>
                  <a:srgbClr val="1E1B2E"/>
                </a:solidFill>
                <a:latin typeface="Montserrat" pitchFamily="34" charset="0"/>
                <a:ea typeface="Montserrat" pitchFamily="34" charset="-122"/>
                <a:cs typeface="Montserrat" pitchFamily="34" charset="-120"/>
              </a:rPr>
              <a:t>LIBELLÉ</a:t>
            </a:r>
            <a:endParaRPr lang="en-US" sz="1100" dirty="0"/>
          </a:p>
        </p:txBody>
      </p:sp>
      <p:sp>
        <p:nvSpPr>
          <p:cNvPr id="19" name="Commentaire 2"/>
          <p:cNvSpPr/>
          <p:nvPr>
            <p:ph idx="117" type="body" hasCustomPrompt="1"/>
          </p:nvPr>
        </p:nvSpPr>
        <p:spPr>
          <a:xfrm>
            <a:off x="4703978" y="4846320"/>
            <a:ext cx="2783738" cy="1005840"/>
          </a:xfrm>
          <a:prstGeom prst="rect">
            <a:avLst/>
          </a:prstGeom>
          <a:noFill/>
          <a:ln/>
        </p:spPr>
        <p:txBody>
          <a:bodyPr wrap="square" rtlCol="0"/>
          <a:lstStyle>
            <a:lvl1pPr algn="l" indent="0" marL="0">
              <a:buNone/>
              <a:defRPr lang="en-US" sz="1300" dirty="0">
                <a:solidFill>
                  <a:srgbClr val="6B6670"/>
                </a:solidFill>
                <a:latin typeface="Montserrat" pitchFamily="34" charset="0"/>
                <a:ea typeface="Montserrat" pitchFamily="34" charset="-122"/>
                <a:cs typeface="Montserrat" pitchFamily="34" charset="-120"/>
              </a:defRPr>
            </a:lvl1pPr>
          </a:lstStyle>
          <a:p>
            <a:pPr algn="l" indent="0" marL="0">
              <a:buNone/>
            </a:pPr>
            <a:r>
              <a:rPr lang="en-US" sz="1300" dirty="0">
                <a:solidFill>
                  <a:srgbClr val="6B6670"/>
                </a:solidFill>
                <a:latin typeface="Montserrat" pitchFamily="34" charset="0"/>
                <a:ea typeface="Montserrat" pitchFamily="34" charset="-122"/>
                <a:cs typeface="Montserrat" pitchFamily="34" charset="-120"/>
              </a:rPr>
              <a:t>Une ligne d’explication</a:t>
            </a:r>
            <a:endParaRPr lang="en-US" sz="1300" dirty="0"/>
          </a:p>
        </p:txBody>
      </p:sp>
      <p:sp>
        <p:nvSpPr>
          <p:cNvPr id="20" name="Shape 10"/>
          <p:cNvSpPr/>
          <p:nvPr/>
        </p:nvSpPr>
        <p:spPr>
          <a:xfrm>
            <a:off x="8127797" y="2651760"/>
            <a:ext cx="3423818" cy="3383280"/>
          </a:xfrm>
          <a:prstGeom prst="rect">
            <a:avLst/>
          </a:prstGeom>
          <a:solidFill>
            <a:srgbClr val="EAE1D0"/>
          </a:solidFill>
          <a:ln w="12700">
            <a:solidFill>
              <a:srgbClr val="EAE1D0"/>
            </a:solidFill>
            <a:prstDash val="solid"/>
          </a:ln>
        </p:spPr>
      </p:sp>
      <p:sp>
        <p:nvSpPr>
          <p:cNvPr id="21" name="Shape 11"/>
          <p:cNvSpPr/>
          <p:nvPr/>
        </p:nvSpPr>
        <p:spPr>
          <a:xfrm>
            <a:off x="8127797" y="2651760"/>
            <a:ext cx="3423818" cy="73152"/>
          </a:xfrm>
          <a:prstGeom prst="rect">
            <a:avLst/>
          </a:prstGeom>
          <a:solidFill>
            <a:srgbClr val="1E1B2E"/>
          </a:solidFill>
          <a:ln w="12700">
            <a:solidFill>
              <a:srgbClr val="1E1B2E"/>
            </a:solidFill>
            <a:prstDash val="solid"/>
          </a:ln>
        </p:spPr>
      </p:sp>
      <p:sp>
        <p:nvSpPr>
          <p:cNvPr id="22" name="Chiffre 3"/>
          <p:cNvSpPr/>
          <p:nvPr>
            <p:ph idx="120" type="body" hasCustomPrompt="1"/>
          </p:nvPr>
        </p:nvSpPr>
        <p:spPr>
          <a:xfrm>
            <a:off x="8447837" y="2971800"/>
            <a:ext cx="2783738" cy="1280160"/>
          </a:xfrm>
          <a:prstGeom prst="rect">
            <a:avLst/>
          </a:prstGeom>
          <a:noFill/>
          <a:ln/>
        </p:spPr>
        <p:txBody>
          <a:bodyPr wrap="square" rtlCol="0"/>
          <a:lstStyle>
            <a:lvl1pPr algn="l" indent="0" marL="0">
              <a:buNone/>
              <a:defRPr lang="en-US" sz="6000" dirty="0">
                <a:solidFill>
                  <a:srgbClr val="1E1B2E"/>
                </a:solidFill>
                <a:latin typeface="Playfair Display" pitchFamily="34" charset="0"/>
                <a:ea typeface="Playfair Display" pitchFamily="34" charset="-122"/>
                <a:cs typeface="Playfair Display" pitchFamily="34" charset="-120"/>
              </a:defRPr>
            </a:lvl1pPr>
          </a:lstStyle>
          <a:p>
            <a:pPr algn="l" indent="0" marL="0">
              <a:buNone/>
            </a:pPr>
            <a:r>
              <a:rPr lang="en-US" sz="6000" dirty="0">
                <a:solidFill>
                  <a:srgbClr val="1E1B2E"/>
                </a:solidFill>
                <a:latin typeface="Playfair Display" pitchFamily="34" charset="0"/>
                <a:ea typeface="Playfair Display" pitchFamily="34" charset="-122"/>
                <a:cs typeface="Playfair Display" pitchFamily="34" charset="-120"/>
              </a:rPr>
              <a:t>00</a:t>
            </a:r>
            <a:endParaRPr lang="en-US" sz="6000" dirty="0"/>
          </a:p>
        </p:txBody>
      </p:sp>
      <p:sp>
        <p:nvSpPr>
          <p:cNvPr id="23" name="Libellé 3"/>
          <p:cNvSpPr/>
          <p:nvPr>
            <p:ph idx="121" type="body" hasCustomPrompt="1"/>
          </p:nvPr>
        </p:nvSpPr>
        <p:spPr>
          <a:xfrm>
            <a:off x="8447837" y="4434840"/>
            <a:ext cx="2783738" cy="365760"/>
          </a:xfrm>
          <a:prstGeom prst="rect">
            <a:avLst/>
          </a:prstGeom>
          <a:noFill/>
          <a:ln/>
        </p:spPr>
        <p:txBody>
          <a:bodyPr wrap="square" rtlCol="0"/>
          <a:lstStyle>
            <a:lvl1pPr algn="l" indent="0" marL="0">
              <a:buNone/>
              <a:defRPr lang="en-US" sz="1100" b="1" spc="200" kern="0" dirty="0">
                <a:solidFill>
                  <a:srgbClr val="1E1B2E"/>
                </a:solidFill>
                <a:latin typeface="Montserrat" pitchFamily="34" charset="0"/>
                <a:ea typeface="Montserrat" pitchFamily="34" charset="-122"/>
                <a:cs typeface="Montserrat" pitchFamily="34" charset="-120"/>
              </a:defRPr>
            </a:lvl1pPr>
          </a:lstStyle>
          <a:p>
            <a:pPr algn="l" indent="0" marL="0">
              <a:buNone/>
            </a:pPr>
            <a:r>
              <a:rPr lang="en-US" sz="1100" b="1" spc="200" kern="0" dirty="0">
                <a:solidFill>
                  <a:srgbClr val="1E1B2E"/>
                </a:solidFill>
                <a:latin typeface="Montserrat" pitchFamily="34" charset="0"/>
                <a:ea typeface="Montserrat" pitchFamily="34" charset="-122"/>
                <a:cs typeface="Montserrat" pitchFamily="34" charset="-120"/>
              </a:rPr>
              <a:t>LIBELLÉ</a:t>
            </a:r>
            <a:endParaRPr lang="en-US" sz="1100" dirty="0"/>
          </a:p>
        </p:txBody>
      </p:sp>
      <p:sp>
        <p:nvSpPr>
          <p:cNvPr id="24" name="Commentaire 3"/>
          <p:cNvSpPr/>
          <p:nvPr>
            <p:ph idx="122" type="body" hasCustomPrompt="1"/>
          </p:nvPr>
        </p:nvSpPr>
        <p:spPr>
          <a:xfrm>
            <a:off x="8447837" y="4846320"/>
            <a:ext cx="2783738" cy="1005840"/>
          </a:xfrm>
          <a:prstGeom prst="rect">
            <a:avLst/>
          </a:prstGeom>
          <a:noFill/>
          <a:ln/>
        </p:spPr>
        <p:txBody>
          <a:bodyPr wrap="square" rtlCol="0"/>
          <a:lstStyle>
            <a:lvl1pPr algn="l" indent="0" marL="0">
              <a:buNone/>
              <a:defRPr lang="en-US" sz="1300" dirty="0">
                <a:solidFill>
                  <a:srgbClr val="6B6670"/>
                </a:solidFill>
                <a:latin typeface="Montserrat" pitchFamily="34" charset="0"/>
                <a:ea typeface="Montserrat" pitchFamily="34" charset="-122"/>
                <a:cs typeface="Montserrat" pitchFamily="34" charset="-120"/>
              </a:defRPr>
            </a:lvl1pPr>
          </a:lstStyle>
          <a:p>
            <a:pPr algn="l" indent="0" marL="0">
              <a:buNone/>
            </a:pPr>
            <a:r>
              <a:rPr lang="en-US" sz="1300" dirty="0">
                <a:solidFill>
                  <a:srgbClr val="6B6670"/>
                </a:solidFill>
                <a:latin typeface="Montserrat" pitchFamily="34" charset="0"/>
                <a:ea typeface="Montserrat" pitchFamily="34" charset="-122"/>
                <a:cs typeface="Montserrat" pitchFamily="34" charset="-120"/>
              </a:rPr>
              <a:t>Une ligne d’explication</a:t>
            </a:r>
            <a:endParaRPr lang="en-US" sz="1300" dirty="0"/>
          </a:p>
        </p:txBody>
      </p:sp>
      <p:sp>
        <p:nvSpPr>
          <p:cNvPr id="25" name="Slide Number Placeholder 0"/>
          <p:cNvSpPr>
            <a:spLocks noGrp="1"/>
          </p:cNvSpPr>
          <p:nvPr>
            <p:ph type="sldNum" sz="quarter" idx="4294967295"/>
          </p:nvPr>
        </p:nvSpPr>
        <p:spPr>
          <a:xfrm>
            <a:off x="11002975" y="6455664"/>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6670"/>
                </a:solidFill>
                <a:latin typeface="Montserrat"/>
                <a:ea typeface="Montserrat"/>
                <a:cs typeface="Montserrat"/>
              </a:defRPr>
            </a:lvl1pPr>
          </a:lstStyle>
          <a:p>
            <a:pPr algn="r"/>
            <a:fld id="{F7021451-1387-4CA6-816F-3879F97B5CBC}" type="slidenum">
              <a:rPr b="0" lang="en-US"/>
              <a:t>1012</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12 Citation ou manifeste">
    <p:bg>
      <p:bgPr>
        <a:solidFill>
          <a:srgbClr val="1E1B2E"/>
        </a:solidFill>
      </p:bgPr>
    </p:bg>
    <p:spTree>
      <p:nvGrpSpPr>
        <p:cNvPr id="1" name=""/>
        <p:cNvGrpSpPr/>
        <p:nvPr/>
      </p:nvGrpSpPr>
      <p:grpSpPr>
        <a:xfrm>
          <a:off x="0" y="0"/>
          <a:ext cx="0" cy="0"/>
          <a:chOff x="0" y="0"/>
          <a:chExt cx="0" cy="0"/>
        </a:xfrm>
      </p:grpSpPr>
      <p:sp>
        <p:nvSpPr>
          <p:cNvPr id="2" name="Text 0"/>
          <p:cNvSpPr/>
          <p:nvPr/>
        </p:nvSpPr>
        <p:spPr>
          <a:xfrm>
            <a:off x="640080" y="329184"/>
            <a:ext cx="2743200" cy="228600"/>
          </a:xfrm>
          <a:prstGeom prst="rect">
            <a:avLst/>
          </a:prstGeom>
          <a:noFill/>
          <a:ln/>
        </p:spPr>
        <p:txBody>
          <a:bodyPr wrap="square" lIns="0" tIns="0" rIns="0" bIns="0" rtlCol="0" anchor="ctr"/>
          <a:lstStyle/>
          <a:p>
            <a:pPr indent="0" marL="0">
              <a:buNone/>
            </a:pPr>
            <a:r>
              <a:rPr lang="en-US" sz="900" b="1" spc="400" kern="0" dirty="0">
                <a:solidFill>
                  <a:srgbClr val="F4EEE3"/>
                </a:solidFill>
                <a:latin typeface="Montserrat" pitchFamily="34" charset="0"/>
                <a:ea typeface="Montserrat" pitchFamily="34" charset="-122"/>
                <a:cs typeface="Montserrat" pitchFamily="34" charset="-120"/>
              </a:rPr>
              <a:t>POPTABLES</a:t>
            </a:r>
            <a:endParaRPr lang="en-US" sz="900" dirty="0"/>
          </a:p>
        </p:txBody>
      </p:sp>
      <p:sp>
        <p:nvSpPr>
          <p:cNvPr id="3" name="Shape 1"/>
          <p:cNvSpPr/>
          <p:nvPr/>
        </p:nvSpPr>
        <p:spPr>
          <a:xfrm>
            <a:off x="11002975" y="356616"/>
            <a:ext cx="137160" cy="137160"/>
          </a:xfrm>
          <a:prstGeom prst="rect">
            <a:avLst/>
          </a:prstGeom>
          <a:solidFill>
            <a:srgbClr val="C8963A"/>
          </a:solidFill>
          <a:ln w="12700">
            <a:solidFill>
              <a:srgbClr val="C8963A"/>
            </a:solidFill>
            <a:prstDash val="solid"/>
          </a:ln>
        </p:spPr>
      </p:sp>
      <p:sp>
        <p:nvSpPr>
          <p:cNvPr id="4" name="Text 2"/>
          <p:cNvSpPr/>
          <p:nvPr/>
        </p:nvSpPr>
        <p:spPr>
          <a:xfrm>
            <a:off x="11208715" y="356616"/>
            <a:ext cx="137160" cy="137160"/>
          </a:xfrm>
          <a:prstGeom prst="ellipse">
            <a:avLst/>
          </a:prstGeom>
          <a:solidFill>
            <a:srgbClr val="C2432B"/>
          </a:solidFill>
          <a:ln>
            <a:solidFill>
              <a:srgbClr val="C2432B"/>
            </a:solidFill>
          </a:ln>
        </p:spPr>
        <p:txBody>
          <a:bodyPr wrap="square" rtlCol="0" anchor="ctr"/>
          <a:lstStyle/>
          <a:p>
            <a:pPr indent="0" marL="0">
              <a:buNone/>
            </a:pPr>
            <a:endParaRPr lang="en-US" dirty="0"/>
          </a:p>
        </p:txBody>
      </p:sp>
      <p:sp>
        <p:nvSpPr>
          <p:cNvPr id="5" name="Text 3"/>
          <p:cNvSpPr/>
          <p:nvPr/>
        </p:nvSpPr>
        <p:spPr>
          <a:xfrm>
            <a:off x="11414455" y="356616"/>
            <a:ext cx="137160" cy="137160"/>
          </a:xfrm>
          <a:prstGeom prst="triangle">
            <a:avLst/>
          </a:prstGeom>
          <a:solidFill>
            <a:srgbClr val="8FA593"/>
          </a:solidFill>
          <a:ln>
            <a:solidFill>
              <a:srgbClr val="8FA593"/>
            </a:solidFill>
          </a:ln>
        </p:spPr>
        <p:txBody>
          <a:bodyPr wrap="square" rtlCol="0" anchor="ctr"/>
          <a:lstStyle/>
          <a:p>
            <a:pPr indent="0" marL="0">
              <a:buNone/>
            </a:pPr>
            <a:endParaRPr lang="en-US" dirty="0"/>
          </a:p>
        </p:txBody>
      </p:sp>
      <p:sp>
        <p:nvSpPr>
          <p:cNvPr id="6" name="Shape 4"/>
          <p:cNvSpPr/>
          <p:nvPr/>
        </p:nvSpPr>
        <p:spPr>
          <a:xfrm>
            <a:off x="640080" y="6382512"/>
            <a:ext cx="10911535" cy="0"/>
          </a:xfrm>
          <a:prstGeom prst="line">
            <a:avLst/>
          </a:prstGeom>
          <a:noFill/>
          <a:ln w="9525">
            <a:solidFill>
              <a:srgbClr val="4A4560"/>
            </a:solidFill>
            <a:prstDash val="solid"/>
          </a:ln>
        </p:spPr>
      </p:sp>
      <p:sp>
        <p:nvSpPr>
          <p:cNvPr id="7" name="Text 5"/>
          <p:cNvSpPr/>
          <p:nvPr/>
        </p:nvSpPr>
        <p:spPr>
          <a:xfrm>
            <a:off x="640080" y="6473952"/>
            <a:ext cx="5486400" cy="201168"/>
          </a:xfrm>
          <a:prstGeom prst="rect">
            <a:avLst/>
          </a:prstGeom>
          <a:noFill/>
          <a:ln/>
        </p:spPr>
        <p:txBody>
          <a:bodyPr wrap="square" lIns="0" tIns="0" rIns="0" bIns="0" rtlCol="0" anchor="ctr"/>
          <a:lstStyle/>
          <a:p>
            <a:pPr indent="0" marL="0">
              <a:buNone/>
            </a:pPr>
            <a:r>
              <a:rPr lang="en-US" sz="850" spc="100" kern="0" dirty="0">
                <a:solidFill>
                  <a:srgbClr val="B5AFC1"/>
                </a:solidFill>
                <a:latin typeface="Montserrat" pitchFamily="34" charset="0"/>
                <a:ea typeface="Montserrat" pitchFamily="34" charset="-122"/>
                <a:cs typeface="Montserrat" pitchFamily="34" charset="-120"/>
              </a:rPr>
              <a:t>Projet PopTables  ·  Document confidentiel</a:t>
            </a:r>
            <a:endParaRPr lang="en-US" sz="850" dirty="0"/>
          </a:p>
        </p:txBody>
      </p:sp>
      <p:sp>
        <p:nvSpPr>
          <p:cNvPr id="8" name="Text 6"/>
          <p:cNvSpPr/>
          <p:nvPr/>
        </p:nvSpPr>
        <p:spPr>
          <a:xfrm>
            <a:off x="594360" y="777240"/>
            <a:ext cx="1828800" cy="1828800"/>
          </a:xfrm>
          <a:prstGeom prst="rect">
            <a:avLst/>
          </a:prstGeom>
          <a:noFill/>
          <a:ln/>
        </p:spPr>
        <p:txBody>
          <a:bodyPr wrap="square" lIns="0" tIns="0" rIns="0" bIns="0" rtlCol="0" anchor="t"/>
          <a:lstStyle/>
          <a:p>
            <a:pPr indent="0" marL="0">
              <a:buNone/>
            </a:pPr>
            <a:r>
              <a:rPr lang="en-US" sz="16000" dirty="0">
                <a:solidFill>
                  <a:srgbClr val="C2432B"/>
                </a:solidFill>
                <a:latin typeface="Playfair Display" pitchFamily="34" charset="0"/>
                <a:ea typeface="Playfair Display" pitchFamily="34" charset="-122"/>
                <a:cs typeface="Playfair Display" pitchFamily="34" charset="-120"/>
              </a:rPr>
              <a:t>“</a:t>
            </a:r>
            <a:endParaRPr lang="en-US" sz="16000" dirty="0"/>
          </a:p>
        </p:txBody>
      </p:sp>
      <p:sp>
        <p:nvSpPr>
          <p:cNvPr id="9" name="Citation"/>
          <p:cNvSpPr/>
          <p:nvPr>
            <p:ph idx="107" type="body" hasCustomPrompt="1"/>
          </p:nvPr>
        </p:nvSpPr>
        <p:spPr>
          <a:xfrm>
            <a:off x="1828800" y="1828800"/>
            <a:ext cx="8595360" cy="3017520"/>
          </a:xfrm>
          <a:prstGeom prst="rect">
            <a:avLst/>
          </a:prstGeom>
          <a:noFill/>
          <a:ln/>
        </p:spPr>
        <p:txBody>
          <a:bodyPr wrap="square" rtlCol="0"/>
          <a:lstStyle>
            <a:lvl1pPr algn="l" indent="0" marL="0">
              <a:buNone/>
              <a:defRPr lang="en-US" sz="3400" i="1" dirty="0">
                <a:solidFill>
                  <a:srgbClr val="F4EEE3"/>
                </a:solidFill>
                <a:latin typeface="Playfair Display" pitchFamily="34" charset="0"/>
                <a:ea typeface="Playfair Display" pitchFamily="34" charset="-122"/>
                <a:cs typeface="Playfair Display" pitchFamily="34" charset="-120"/>
              </a:defRPr>
            </a:lvl1pPr>
          </a:lstStyle>
          <a:p>
            <a:pPr algn="l" indent="0" marL="0">
              <a:buNone/>
            </a:pPr>
            <a:r>
              <a:rPr lang="en-US" sz="3400" i="1" dirty="0">
                <a:solidFill>
                  <a:srgbClr val="F4EEE3"/>
                </a:solidFill>
                <a:latin typeface="Playfair Display" pitchFamily="34" charset="0"/>
                <a:ea typeface="Playfair Display" pitchFamily="34" charset="-122"/>
                <a:cs typeface="Playfair Display" pitchFamily="34" charset="-120"/>
              </a:rPr>
              <a:t>Une phrase forte, une conviction, un manifeste</a:t>
            </a:r>
            <a:endParaRPr lang="en-US" sz="3400" dirty="0"/>
          </a:p>
        </p:txBody>
      </p:sp>
      <p:sp>
        <p:nvSpPr>
          <p:cNvPr id="10" name="Shape 7"/>
          <p:cNvSpPr/>
          <p:nvPr/>
        </p:nvSpPr>
        <p:spPr>
          <a:xfrm>
            <a:off x="1828800" y="5074920"/>
            <a:ext cx="731520" cy="54864"/>
          </a:xfrm>
          <a:prstGeom prst="rect">
            <a:avLst/>
          </a:prstGeom>
          <a:solidFill>
            <a:srgbClr val="C8963A"/>
          </a:solidFill>
          <a:ln w="12700">
            <a:solidFill>
              <a:srgbClr val="C8963A"/>
            </a:solidFill>
            <a:prstDash val="solid"/>
          </a:ln>
        </p:spPr>
      </p:sp>
      <p:sp>
        <p:nvSpPr>
          <p:cNvPr id="11" name="Auteur"/>
          <p:cNvSpPr/>
          <p:nvPr>
            <p:ph idx="109" type="body" hasCustomPrompt="1"/>
          </p:nvPr>
        </p:nvSpPr>
        <p:spPr>
          <a:xfrm>
            <a:off x="1828800" y="5257800"/>
            <a:ext cx="8229600" cy="365760"/>
          </a:xfrm>
          <a:prstGeom prst="rect">
            <a:avLst/>
          </a:prstGeom>
          <a:noFill/>
          <a:ln/>
        </p:spPr>
        <p:txBody>
          <a:bodyPr wrap="square" rtlCol="0"/>
          <a:lstStyle>
            <a:lvl1pPr algn="l" indent="0" marL="0">
              <a:buNone/>
              <a:defRPr lang="en-US" sz="1000" b="1" spc="300" kern="0" dirty="0">
                <a:solidFill>
                  <a:srgbClr val="C8963A"/>
                </a:solidFill>
                <a:latin typeface="Montserrat" pitchFamily="34" charset="0"/>
                <a:ea typeface="Montserrat" pitchFamily="34" charset="-122"/>
                <a:cs typeface="Montserrat" pitchFamily="34" charset="-120"/>
              </a:defRPr>
            </a:lvl1pPr>
          </a:lstStyle>
          <a:p>
            <a:pPr algn="l" indent="0" marL="0">
              <a:buNone/>
            </a:pPr>
            <a:r>
              <a:rPr lang="en-US" sz="1000" b="1" spc="300" kern="0" dirty="0">
                <a:solidFill>
                  <a:srgbClr val="C8963A"/>
                </a:solidFill>
                <a:latin typeface="Montserrat" pitchFamily="34" charset="0"/>
                <a:ea typeface="Montserrat" pitchFamily="34" charset="-122"/>
                <a:cs typeface="Montserrat" pitchFamily="34" charset="-120"/>
              </a:rPr>
              <a:t>NOM · FONCTION</a:t>
            </a:r>
            <a:endParaRPr lang="en-US" sz="1000" dirty="0"/>
          </a:p>
        </p:txBody>
      </p:sp>
      <p:sp>
        <p:nvSpPr>
          <p:cNvPr id="25" name="Slide Number Placeholder 0"/>
          <p:cNvSpPr>
            <a:spLocks noGrp="1"/>
          </p:cNvSpPr>
          <p:nvPr>
            <p:ph type="sldNum" sz="quarter" idx="4294967295"/>
          </p:nvPr>
        </p:nvSpPr>
        <p:spPr>
          <a:xfrm>
            <a:off x="11002975" y="6455664"/>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A9A3B5"/>
                </a:solidFill>
                <a:latin typeface="Montserrat"/>
                <a:ea typeface="Montserrat"/>
                <a:cs typeface="Montserrat"/>
              </a:defRPr>
            </a:lvl1pPr>
          </a:lstStyle>
          <a:p>
            <a:pPr algn="r"/>
            <a:fld id="{F7021451-1387-4CA6-816F-3879F97B5CBC}" type="slidenum">
              <a:rPr b="0" lang="en-US"/>
              <a:t>1013</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13 Graphique ou tableau">
    <p:bg>
      <p:bgPr>
        <a:solidFill>
          <a:srgbClr val="F4EEE3"/>
        </a:solidFill>
      </p:bgPr>
    </p:bg>
    <p:spTree>
      <p:nvGrpSpPr>
        <p:cNvPr id="1" name=""/>
        <p:cNvGrpSpPr/>
        <p:nvPr/>
      </p:nvGrpSpPr>
      <p:grpSpPr>
        <a:xfrm>
          <a:off x="0" y="0"/>
          <a:ext cx="0" cy="0"/>
          <a:chOff x="0" y="0"/>
          <a:chExt cx="0" cy="0"/>
        </a:xfrm>
      </p:grpSpPr>
      <p:sp>
        <p:nvSpPr>
          <p:cNvPr id="2" name="Text 0"/>
          <p:cNvSpPr/>
          <p:nvPr/>
        </p:nvSpPr>
        <p:spPr>
          <a:xfrm>
            <a:off x="640080" y="329184"/>
            <a:ext cx="2743200" cy="228600"/>
          </a:xfrm>
          <a:prstGeom prst="rect">
            <a:avLst/>
          </a:prstGeom>
          <a:noFill/>
          <a:ln/>
        </p:spPr>
        <p:txBody>
          <a:bodyPr wrap="square" lIns="0" tIns="0" rIns="0" bIns="0" rtlCol="0" anchor="ctr"/>
          <a:lstStyle/>
          <a:p>
            <a:pPr indent="0" marL="0">
              <a:buNone/>
            </a:pPr>
            <a:r>
              <a:rPr lang="en-US" sz="900" b="1" spc="400" kern="0" dirty="0">
                <a:solidFill>
                  <a:srgbClr val="1E1B2E"/>
                </a:solidFill>
                <a:latin typeface="Montserrat" pitchFamily="34" charset="0"/>
                <a:ea typeface="Montserrat" pitchFamily="34" charset="-122"/>
                <a:cs typeface="Montserrat" pitchFamily="34" charset="-120"/>
              </a:rPr>
              <a:t>POPTABLES</a:t>
            </a:r>
            <a:endParaRPr lang="en-US" sz="900" dirty="0"/>
          </a:p>
        </p:txBody>
      </p:sp>
      <p:sp>
        <p:nvSpPr>
          <p:cNvPr id="3" name="Shape 1"/>
          <p:cNvSpPr/>
          <p:nvPr/>
        </p:nvSpPr>
        <p:spPr>
          <a:xfrm>
            <a:off x="11002975" y="356616"/>
            <a:ext cx="137160" cy="137160"/>
          </a:xfrm>
          <a:prstGeom prst="rect">
            <a:avLst/>
          </a:prstGeom>
          <a:solidFill>
            <a:srgbClr val="C8963A"/>
          </a:solidFill>
          <a:ln w="12700">
            <a:solidFill>
              <a:srgbClr val="C8963A"/>
            </a:solidFill>
            <a:prstDash val="solid"/>
          </a:ln>
        </p:spPr>
      </p:sp>
      <p:sp>
        <p:nvSpPr>
          <p:cNvPr id="4" name="Text 2"/>
          <p:cNvSpPr/>
          <p:nvPr/>
        </p:nvSpPr>
        <p:spPr>
          <a:xfrm>
            <a:off x="11208715" y="356616"/>
            <a:ext cx="137160" cy="137160"/>
          </a:xfrm>
          <a:prstGeom prst="ellipse">
            <a:avLst/>
          </a:prstGeom>
          <a:solidFill>
            <a:srgbClr val="C2432B"/>
          </a:solidFill>
          <a:ln>
            <a:solidFill>
              <a:srgbClr val="C2432B"/>
            </a:solidFill>
          </a:ln>
        </p:spPr>
        <p:txBody>
          <a:bodyPr wrap="square" rtlCol="0" anchor="ctr"/>
          <a:lstStyle/>
          <a:p>
            <a:pPr indent="0" marL="0">
              <a:buNone/>
            </a:pPr>
            <a:endParaRPr lang="en-US" dirty="0"/>
          </a:p>
        </p:txBody>
      </p:sp>
      <p:sp>
        <p:nvSpPr>
          <p:cNvPr id="5" name="Text 3"/>
          <p:cNvSpPr/>
          <p:nvPr/>
        </p:nvSpPr>
        <p:spPr>
          <a:xfrm>
            <a:off x="11414455" y="356616"/>
            <a:ext cx="137160" cy="137160"/>
          </a:xfrm>
          <a:prstGeom prst="triangle">
            <a:avLst/>
          </a:prstGeom>
          <a:solidFill>
            <a:srgbClr val="1E1B2E"/>
          </a:solidFill>
          <a:ln>
            <a:solidFill>
              <a:srgbClr val="1E1B2E"/>
            </a:solidFill>
          </a:ln>
        </p:spPr>
        <p:txBody>
          <a:bodyPr wrap="square" rtlCol="0" anchor="ctr"/>
          <a:lstStyle/>
          <a:p>
            <a:pPr indent="0" marL="0">
              <a:buNone/>
            </a:pPr>
            <a:endParaRPr lang="en-US" dirty="0"/>
          </a:p>
        </p:txBody>
      </p:sp>
      <p:sp>
        <p:nvSpPr>
          <p:cNvPr id="6" name="Shape 4"/>
          <p:cNvSpPr/>
          <p:nvPr/>
        </p:nvSpPr>
        <p:spPr>
          <a:xfrm>
            <a:off x="640080" y="6382512"/>
            <a:ext cx="10911535" cy="0"/>
          </a:xfrm>
          <a:prstGeom prst="line">
            <a:avLst/>
          </a:prstGeom>
          <a:noFill/>
          <a:ln w="9525">
            <a:solidFill>
              <a:srgbClr val="D3C8B5"/>
            </a:solidFill>
            <a:prstDash val="solid"/>
          </a:ln>
        </p:spPr>
      </p:sp>
      <p:sp>
        <p:nvSpPr>
          <p:cNvPr id="7" name="Text 5"/>
          <p:cNvSpPr/>
          <p:nvPr/>
        </p:nvSpPr>
        <p:spPr>
          <a:xfrm>
            <a:off x="640080" y="6473952"/>
            <a:ext cx="5486400" cy="201168"/>
          </a:xfrm>
          <a:prstGeom prst="rect">
            <a:avLst/>
          </a:prstGeom>
          <a:noFill/>
          <a:ln/>
        </p:spPr>
        <p:txBody>
          <a:bodyPr wrap="square" lIns="0" tIns="0" rIns="0" bIns="0" rtlCol="0" anchor="ctr"/>
          <a:lstStyle/>
          <a:p>
            <a:pPr indent="0" marL="0">
              <a:buNone/>
            </a:pPr>
            <a:r>
              <a:rPr lang="en-US" sz="850" spc="100" kern="0" dirty="0">
                <a:solidFill>
                  <a:srgbClr val="6B6670"/>
                </a:solidFill>
                <a:latin typeface="Montserrat" pitchFamily="34" charset="0"/>
                <a:ea typeface="Montserrat" pitchFamily="34" charset="-122"/>
                <a:cs typeface="Montserrat" pitchFamily="34" charset="-120"/>
              </a:rPr>
              <a:t>Projet PopTables  ·  Document confidentiel</a:t>
            </a:r>
            <a:endParaRPr lang="en-US" sz="850" dirty="0"/>
          </a:p>
        </p:txBody>
      </p:sp>
      <p:sp>
        <p:nvSpPr>
          <p:cNvPr id="8" name="Surtitre"/>
          <p:cNvSpPr/>
          <p:nvPr>
            <p:ph idx="106" type="body" hasCustomPrompt="1"/>
          </p:nvPr>
        </p:nvSpPr>
        <p:spPr>
          <a:xfrm>
            <a:off x="640080" y="914400"/>
            <a:ext cx="8229600" cy="274320"/>
          </a:xfrm>
          <a:prstGeom prst="rect">
            <a:avLst/>
          </a:prstGeom>
          <a:noFill/>
          <a:ln/>
        </p:spPr>
        <p:txBody>
          <a:bodyPr wrap="square" rtlCol="0"/>
          <a:lstStyle>
            <a:lvl1pPr algn="l" indent="0" marL="0">
              <a:buNone/>
              <a:defRPr lang="en-US" sz="1000" b="1" spc="300" kern="0" dirty="0">
                <a:solidFill>
                  <a:srgbClr val="C2432B"/>
                </a:solidFill>
                <a:latin typeface="Montserrat" pitchFamily="34" charset="0"/>
                <a:ea typeface="Montserrat" pitchFamily="34" charset="-122"/>
                <a:cs typeface="Montserrat" pitchFamily="34" charset="-120"/>
              </a:defRPr>
            </a:lvl1pPr>
          </a:lstStyle>
          <a:p>
            <a:pPr algn="l" indent="0" marL="0">
              <a:buNone/>
            </a:pPr>
            <a:r>
              <a:rPr lang="en-US" sz="1000" b="1" spc="300" kern="0" dirty="0">
                <a:solidFill>
                  <a:srgbClr val="C2432B"/>
                </a:solidFill>
                <a:latin typeface="Montserrat" pitchFamily="34" charset="0"/>
                <a:ea typeface="Montserrat" pitchFamily="34" charset="-122"/>
                <a:cs typeface="Montserrat" pitchFamily="34" charset="-120"/>
              </a:rPr>
              <a:t>SURTITRE</a:t>
            </a:r>
            <a:endParaRPr lang="en-US" sz="1000" dirty="0"/>
          </a:p>
        </p:txBody>
      </p:sp>
      <p:sp>
        <p:nvSpPr>
          <p:cNvPr id="9" name="Titre"/>
          <p:cNvSpPr/>
          <p:nvPr>
            <p:ph idx="107" type="title" hasCustomPrompt="1"/>
          </p:nvPr>
        </p:nvSpPr>
        <p:spPr>
          <a:xfrm>
            <a:off x="640080" y="1234440"/>
            <a:ext cx="10911535" cy="822960"/>
          </a:xfrm>
          <a:prstGeom prst="rect">
            <a:avLst/>
          </a:prstGeom>
          <a:noFill/>
          <a:ln/>
        </p:spPr>
        <p:txBody>
          <a:bodyPr wrap="square" rtlCol="0"/>
          <a:lstStyle>
            <a:lvl1pPr algn="l" indent="0" marL="0">
              <a:buNone/>
              <a:defRPr lang="en-US" sz="3000" dirty="0">
                <a:solidFill>
                  <a:srgbClr val="1E1B2E"/>
                </a:solidFill>
                <a:latin typeface="Playfair Display" pitchFamily="34" charset="0"/>
                <a:ea typeface="Playfair Display" pitchFamily="34" charset="-122"/>
                <a:cs typeface="Playfair Display" pitchFamily="34" charset="-120"/>
              </a:defRPr>
            </a:lvl1pPr>
          </a:lstStyle>
          <a:p>
            <a:pPr algn="l" indent="0" marL="0">
              <a:buNone/>
            </a:pPr>
            <a:r>
              <a:rPr lang="en-US" sz="3000" dirty="0">
                <a:solidFill>
                  <a:srgbClr val="1E1B2E"/>
                </a:solidFill>
                <a:latin typeface="Playfair Display" pitchFamily="34" charset="0"/>
                <a:ea typeface="Playfair Display" pitchFamily="34" charset="-122"/>
                <a:cs typeface="Playfair Display" pitchFamily="34" charset="-120"/>
              </a:rPr>
              <a:t>Cliquez pour ajouter un titre</a:t>
            </a:r>
            <a:endParaRPr lang="en-US" sz="3000" dirty="0"/>
          </a:p>
        </p:txBody>
      </p:sp>
      <p:sp>
        <p:nvSpPr>
          <p:cNvPr id="10" name="Graphique"/>
          <p:cNvSpPr/>
          <p:nvPr>
            <p:ph idx="108" type="body" hasCustomPrompt="1"/>
          </p:nvPr>
        </p:nvSpPr>
        <p:spPr>
          <a:xfrm>
            <a:off x="640080" y="2240280"/>
            <a:ext cx="7863840" cy="3794760"/>
          </a:xfrm>
          <a:prstGeom prst="rect">
            <a:avLst/>
          </a:prstGeom>
          <a:noFill/>
          <a:ln/>
        </p:spPr>
        <p:txBody>
          <a:bodyPr wrap="square" rtlCol="0"/>
          <a:lstStyle>
            <a:lvl1pPr algn="l" indent="0" marL="0">
              <a:buNone/>
              <a:defRPr lang="en-US" sz="1300" dirty="0">
                <a:solidFill>
                  <a:srgbClr val="6B6670"/>
                </a:solidFill>
                <a:latin typeface="Montserrat" pitchFamily="34" charset="0"/>
                <a:ea typeface="Montserrat" pitchFamily="34" charset="-122"/>
                <a:cs typeface="Montserrat" pitchFamily="34" charset="-120"/>
              </a:defRPr>
            </a:lvl1pPr>
          </a:lstStyle>
          <a:p>
            <a:pPr algn="l" indent="0" marL="0">
              <a:buNone/>
            </a:pPr>
            <a:r>
              <a:rPr lang="en-US" sz="1300" dirty="0">
                <a:solidFill>
                  <a:srgbClr val="6B6670"/>
                </a:solidFill>
                <a:latin typeface="Montserrat" pitchFamily="34" charset="0"/>
                <a:ea typeface="Montserrat" pitchFamily="34" charset="-122"/>
                <a:cs typeface="Montserrat" pitchFamily="34" charset="-120"/>
              </a:rPr>
              <a:t>Insérer un graphique, un tableau ou un schéma</a:t>
            </a:r>
            <a:endParaRPr lang="en-US" sz="1300" dirty="0"/>
          </a:p>
        </p:txBody>
      </p:sp>
      <p:sp>
        <p:nvSpPr>
          <p:cNvPr id="11" name="Shape 6"/>
          <p:cNvSpPr/>
          <p:nvPr/>
        </p:nvSpPr>
        <p:spPr>
          <a:xfrm>
            <a:off x="8915400" y="2240280"/>
            <a:ext cx="2633472" cy="3794760"/>
          </a:xfrm>
          <a:prstGeom prst="rect">
            <a:avLst/>
          </a:prstGeom>
          <a:solidFill>
            <a:srgbClr val="EAE1D0"/>
          </a:solidFill>
          <a:ln w="12700">
            <a:solidFill>
              <a:srgbClr val="EAE1D0"/>
            </a:solidFill>
            <a:prstDash val="solid"/>
          </a:ln>
        </p:spPr>
      </p:sp>
      <p:sp>
        <p:nvSpPr>
          <p:cNvPr id="12" name="Shape 7"/>
          <p:cNvSpPr/>
          <p:nvPr/>
        </p:nvSpPr>
        <p:spPr>
          <a:xfrm>
            <a:off x="8915400" y="2240280"/>
            <a:ext cx="54864" cy="3794760"/>
          </a:xfrm>
          <a:prstGeom prst="rect">
            <a:avLst/>
          </a:prstGeom>
          <a:solidFill>
            <a:srgbClr val="C2432B"/>
          </a:solidFill>
          <a:ln w="12700">
            <a:solidFill>
              <a:srgbClr val="C2432B"/>
            </a:solidFill>
            <a:prstDash val="solid"/>
          </a:ln>
        </p:spPr>
      </p:sp>
      <p:sp>
        <p:nvSpPr>
          <p:cNvPr id="13" name="Lecture"/>
          <p:cNvSpPr/>
          <p:nvPr>
            <p:ph idx="111" type="body" hasCustomPrompt="1"/>
          </p:nvPr>
        </p:nvSpPr>
        <p:spPr>
          <a:xfrm>
            <a:off x="9189720" y="2468880"/>
            <a:ext cx="2194560" cy="3383280"/>
          </a:xfrm>
          <a:prstGeom prst="rect">
            <a:avLst/>
          </a:prstGeom>
          <a:noFill/>
          <a:ln/>
        </p:spPr>
        <p:txBody>
          <a:bodyPr wrap="square" rtlCol="0"/>
          <a:lstStyle>
            <a:lvl1pPr algn="l" indent="0" marL="0">
              <a:buNone/>
              <a:defRPr lang="en-US" sz="1300" dirty="0">
                <a:solidFill>
                  <a:srgbClr val="26232F"/>
                </a:solidFill>
                <a:latin typeface="Montserrat" pitchFamily="34" charset="0"/>
                <a:ea typeface="Montserrat" pitchFamily="34" charset="-122"/>
                <a:cs typeface="Montserrat" pitchFamily="34" charset="-120"/>
              </a:defRPr>
            </a:lvl1pPr>
          </a:lstStyle>
          <a:p>
            <a:pPr algn="l" indent="0" marL="0">
              <a:buNone/>
            </a:pPr>
            <a:r>
              <a:rPr lang="en-US" sz="1300" dirty="0">
                <a:solidFill>
                  <a:srgbClr val="26232F"/>
                </a:solidFill>
                <a:latin typeface="Montserrat" pitchFamily="34" charset="0"/>
                <a:ea typeface="Montserrat" pitchFamily="34" charset="-122"/>
                <a:cs typeface="Montserrat" pitchFamily="34" charset="-120"/>
              </a:rPr>
              <a:t>À retenir : la lecture du graphique en trois points</a:t>
            </a:r>
            <a:endParaRPr lang="en-US" sz="1300" dirty="0"/>
          </a:p>
        </p:txBody>
      </p:sp>
      <p:sp>
        <p:nvSpPr>
          <p:cNvPr id="14" name="Source"/>
          <p:cNvSpPr/>
          <p:nvPr>
            <p:ph idx="112" type="body" hasCustomPrompt="1"/>
          </p:nvPr>
        </p:nvSpPr>
        <p:spPr>
          <a:xfrm>
            <a:off x="640080" y="6080760"/>
            <a:ext cx="7863840" cy="228600"/>
          </a:xfrm>
          <a:prstGeom prst="rect">
            <a:avLst/>
          </a:prstGeom>
          <a:noFill/>
          <a:ln/>
        </p:spPr>
        <p:txBody>
          <a:bodyPr wrap="square" rtlCol="0"/>
          <a:lstStyle>
            <a:lvl1pPr algn="l" indent="0" marL="0">
              <a:buNone/>
              <a:defRPr lang="en-US" sz="800" dirty="0">
                <a:solidFill>
                  <a:srgbClr val="6B6670"/>
                </a:solidFill>
                <a:latin typeface="Montserrat" pitchFamily="34" charset="0"/>
                <a:ea typeface="Montserrat" pitchFamily="34" charset="-122"/>
                <a:cs typeface="Montserrat" pitchFamily="34" charset="-120"/>
              </a:defRPr>
            </a:lvl1pPr>
          </a:lstStyle>
          <a:p>
            <a:pPr algn="l" indent="0" marL="0">
              <a:buNone/>
            </a:pPr>
            <a:r>
              <a:rPr lang="en-US" sz="800" dirty="0">
                <a:solidFill>
                  <a:srgbClr val="6B6670"/>
                </a:solidFill>
                <a:latin typeface="Montserrat" pitchFamily="34" charset="0"/>
                <a:ea typeface="Montserrat" pitchFamily="34" charset="-122"/>
                <a:cs typeface="Montserrat" pitchFamily="34" charset="-120"/>
              </a:rPr>
              <a:t>Source : à compléter</a:t>
            </a:r>
            <a:endParaRPr lang="en-US" sz="800" dirty="0"/>
          </a:p>
        </p:txBody>
      </p:sp>
      <p:sp>
        <p:nvSpPr>
          <p:cNvPr id="25" name="Slide Number Placeholder 0"/>
          <p:cNvSpPr>
            <a:spLocks noGrp="1"/>
          </p:cNvSpPr>
          <p:nvPr>
            <p:ph type="sldNum" sz="quarter" idx="4294967295"/>
          </p:nvPr>
        </p:nvSpPr>
        <p:spPr>
          <a:xfrm>
            <a:off x="11002975" y="6455664"/>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6670"/>
                </a:solidFill>
                <a:latin typeface="Montserrat"/>
                <a:ea typeface="Montserrat"/>
                <a:cs typeface="Montserrat"/>
              </a:defRPr>
            </a:lvl1pPr>
          </a:lstStyle>
          <a:p>
            <a:pPr algn="r"/>
            <a:fld id="{F7021451-1387-4CA6-816F-3879F97B5CBC}" type="slidenum">
              <a:rPr b="0" lang="en-US"/>
              <a:t>1014</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14 Équipe">
    <p:bg>
      <p:bgPr>
        <a:solidFill>
          <a:srgbClr val="F4EEE3"/>
        </a:solidFill>
      </p:bgPr>
    </p:bg>
    <p:spTree>
      <p:nvGrpSpPr>
        <p:cNvPr id="1" name=""/>
        <p:cNvGrpSpPr/>
        <p:nvPr/>
      </p:nvGrpSpPr>
      <p:grpSpPr>
        <a:xfrm>
          <a:off x="0" y="0"/>
          <a:ext cx="0" cy="0"/>
          <a:chOff x="0" y="0"/>
          <a:chExt cx="0" cy="0"/>
        </a:xfrm>
      </p:grpSpPr>
      <p:sp>
        <p:nvSpPr>
          <p:cNvPr id="2" name="Text 0"/>
          <p:cNvSpPr/>
          <p:nvPr/>
        </p:nvSpPr>
        <p:spPr>
          <a:xfrm>
            <a:off x="640080" y="329184"/>
            <a:ext cx="2743200" cy="228600"/>
          </a:xfrm>
          <a:prstGeom prst="rect">
            <a:avLst/>
          </a:prstGeom>
          <a:noFill/>
          <a:ln/>
        </p:spPr>
        <p:txBody>
          <a:bodyPr wrap="square" lIns="0" tIns="0" rIns="0" bIns="0" rtlCol="0" anchor="ctr"/>
          <a:lstStyle/>
          <a:p>
            <a:pPr indent="0" marL="0">
              <a:buNone/>
            </a:pPr>
            <a:r>
              <a:rPr lang="en-US" sz="900" b="1" spc="400" kern="0" dirty="0">
                <a:solidFill>
                  <a:srgbClr val="1E1B2E"/>
                </a:solidFill>
                <a:latin typeface="Montserrat" pitchFamily="34" charset="0"/>
                <a:ea typeface="Montserrat" pitchFamily="34" charset="-122"/>
                <a:cs typeface="Montserrat" pitchFamily="34" charset="-120"/>
              </a:rPr>
              <a:t>POPTABLES</a:t>
            </a:r>
            <a:endParaRPr lang="en-US" sz="900" dirty="0"/>
          </a:p>
        </p:txBody>
      </p:sp>
      <p:sp>
        <p:nvSpPr>
          <p:cNvPr id="3" name="Shape 1"/>
          <p:cNvSpPr/>
          <p:nvPr/>
        </p:nvSpPr>
        <p:spPr>
          <a:xfrm>
            <a:off x="11002975" y="356616"/>
            <a:ext cx="137160" cy="137160"/>
          </a:xfrm>
          <a:prstGeom prst="rect">
            <a:avLst/>
          </a:prstGeom>
          <a:solidFill>
            <a:srgbClr val="C8963A"/>
          </a:solidFill>
          <a:ln w="12700">
            <a:solidFill>
              <a:srgbClr val="C8963A"/>
            </a:solidFill>
            <a:prstDash val="solid"/>
          </a:ln>
        </p:spPr>
      </p:sp>
      <p:sp>
        <p:nvSpPr>
          <p:cNvPr id="4" name="Text 2"/>
          <p:cNvSpPr/>
          <p:nvPr/>
        </p:nvSpPr>
        <p:spPr>
          <a:xfrm>
            <a:off x="11208715" y="356616"/>
            <a:ext cx="137160" cy="137160"/>
          </a:xfrm>
          <a:prstGeom prst="ellipse">
            <a:avLst/>
          </a:prstGeom>
          <a:solidFill>
            <a:srgbClr val="C2432B"/>
          </a:solidFill>
          <a:ln>
            <a:solidFill>
              <a:srgbClr val="C2432B"/>
            </a:solidFill>
          </a:ln>
        </p:spPr>
        <p:txBody>
          <a:bodyPr wrap="square" rtlCol="0" anchor="ctr"/>
          <a:lstStyle/>
          <a:p>
            <a:pPr indent="0" marL="0">
              <a:buNone/>
            </a:pPr>
            <a:endParaRPr lang="en-US" dirty="0"/>
          </a:p>
        </p:txBody>
      </p:sp>
      <p:sp>
        <p:nvSpPr>
          <p:cNvPr id="5" name="Text 3"/>
          <p:cNvSpPr/>
          <p:nvPr/>
        </p:nvSpPr>
        <p:spPr>
          <a:xfrm>
            <a:off x="11414455" y="356616"/>
            <a:ext cx="137160" cy="137160"/>
          </a:xfrm>
          <a:prstGeom prst="triangle">
            <a:avLst/>
          </a:prstGeom>
          <a:solidFill>
            <a:srgbClr val="1E1B2E"/>
          </a:solidFill>
          <a:ln>
            <a:solidFill>
              <a:srgbClr val="1E1B2E"/>
            </a:solidFill>
          </a:ln>
        </p:spPr>
        <p:txBody>
          <a:bodyPr wrap="square" rtlCol="0" anchor="ctr"/>
          <a:lstStyle/>
          <a:p>
            <a:pPr indent="0" marL="0">
              <a:buNone/>
            </a:pPr>
            <a:endParaRPr lang="en-US" dirty="0"/>
          </a:p>
        </p:txBody>
      </p:sp>
      <p:sp>
        <p:nvSpPr>
          <p:cNvPr id="6" name="Shape 4"/>
          <p:cNvSpPr/>
          <p:nvPr/>
        </p:nvSpPr>
        <p:spPr>
          <a:xfrm>
            <a:off x="640080" y="6382512"/>
            <a:ext cx="10911535" cy="0"/>
          </a:xfrm>
          <a:prstGeom prst="line">
            <a:avLst/>
          </a:prstGeom>
          <a:noFill/>
          <a:ln w="9525">
            <a:solidFill>
              <a:srgbClr val="D3C8B5"/>
            </a:solidFill>
            <a:prstDash val="solid"/>
          </a:ln>
        </p:spPr>
      </p:sp>
      <p:sp>
        <p:nvSpPr>
          <p:cNvPr id="7" name="Text 5"/>
          <p:cNvSpPr/>
          <p:nvPr/>
        </p:nvSpPr>
        <p:spPr>
          <a:xfrm>
            <a:off x="640080" y="6473952"/>
            <a:ext cx="5486400" cy="201168"/>
          </a:xfrm>
          <a:prstGeom prst="rect">
            <a:avLst/>
          </a:prstGeom>
          <a:noFill/>
          <a:ln/>
        </p:spPr>
        <p:txBody>
          <a:bodyPr wrap="square" lIns="0" tIns="0" rIns="0" bIns="0" rtlCol="0" anchor="ctr"/>
          <a:lstStyle/>
          <a:p>
            <a:pPr indent="0" marL="0">
              <a:buNone/>
            </a:pPr>
            <a:r>
              <a:rPr lang="en-US" sz="850" spc="100" kern="0" dirty="0">
                <a:solidFill>
                  <a:srgbClr val="6B6670"/>
                </a:solidFill>
                <a:latin typeface="Montserrat" pitchFamily="34" charset="0"/>
                <a:ea typeface="Montserrat" pitchFamily="34" charset="-122"/>
                <a:cs typeface="Montserrat" pitchFamily="34" charset="-120"/>
              </a:rPr>
              <a:t>Projet PopTables  ·  Document confidentiel</a:t>
            </a:r>
            <a:endParaRPr lang="en-US" sz="850" dirty="0"/>
          </a:p>
        </p:txBody>
      </p:sp>
      <p:sp>
        <p:nvSpPr>
          <p:cNvPr id="8" name="Surtitre"/>
          <p:cNvSpPr/>
          <p:nvPr>
            <p:ph idx="106" type="body" hasCustomPrompt="1"/>
          </p:nvPr>
        </p:nvSpPr>
        <p:spPr>
          <a:xfrm>
            <a:off x="640080" y="914400"/>
            <a:ext cx="8229600" cy="274320"/>
          </a:xfrm>
          <a:prstGeom prst="rect">
            <a:avLst/>
          </a:prstGeom>
          <a:noFill/>
          <a:ln/>
        </p:spPr>
        <p:txBody>
          <a:bodyPr wrap="square" rtlCol="0"/>
          <a:lstStyle>
            <a:lvl1pPr algn="l" indent="0" marL="0">
              <a:buNone/>
              <a:defRPr lang="en-US" sz="1000" b="1" spc="300" kern="0" dirty="0">
                <a:solidFill>
                  <a:srgbClr val="C2432B"/>
                </a:solidFill>
                <a:latin typeface="Montserrat" pitchFamily="34" charset="0"/>
                <a:ea typeface="Montserrat" pitchFamily="34" charset="-122"/>
                <a:cs typeface="Montserrat" pitchFamily="34" charset="-120"/>
              </a:defRPr>
            </a:lvl1pPr>
          </a:lstStyle>
          <a:p>
            <a:pPr algn="l" indent="0" marL="0">
              <a:buNone/>
            </a:pPr>
            <a:r>
              <a:rPr lang="en-US" sz="1000" b="1" spc="300" kern="0" dirty="0">
                <a:solidFill>
                  <a:srgbClr val="C2432B"/>
                </a:solidFill>
                <a:latin typeface="Montserrat" pitchFamily="34" charset="0"/>
                <a:ea typeface="Montserrat" pitchFamily="34" charset="-122"/>
                <a:cs typeface="Montserrat" pitchFamily="34" charset="-120"/>
              </a:rPr>
              <a:t>SURTITRE</a:t>
            </a:r>
            <a:endParaRPr lang="en-US" sz="1000" dirty="0"/>
          </a:p>
        </p:txBody>
      </p:sp>
      <p:sp>
        <p:nvSpPr>
          <p:cNvPr id="9" name="Titre"/>
          <p:cNvSpPr/>
          <p:nvPr>
            <p:ph idx="107" type="title" hasCustomPrompt="1"/>
          </p:nvPr>
        </p:nvSpPr>
        <p:spPr>
          <a:xfrm>
            <a:off x="640080" y="1234440"/>
            <a:ext cx="10911535" cy="822960"/>
          </a:xfrm>
          <a:prstGeom prst="rect">
            <a:avLst/>
          </a:prstGeom>
          <a:noFill/>
          <a:ln/>
        </p:spPr>
        <p:txBody>
          <a:bodyPr wrap="square" rtlCol="0"/>
          <a:lstStyle>
            <a:lvl1pPr algn="l" indent="0" marL="0">
              <a:buNone/>
              <a:defRPr lang="en-US" sz="3000" dirty="0">
                <a:solidFill>
                  <a:srgbClr val="1E1B2E"/>
                </a:solidFill>
                <a:latin typeface="Playfair Display" pitchFamily="34" charset="0"/>
                <a:ea typeface="Playfair Display" pitchFamily="34" charset="-122"/>
                <a:cs typeface="Playfair Display" pitchFamily="34" charset="-120"/>
              </a:defRPr>
            </a:lvl1pPr>
          </a:lstStyle>
          <a:p>
            <a:pPr algn="l" indent="0" marL="0">
              <a:buNone/>
            </a:pPr>
            <a:r>
              <a:rPr lang="en-US" sz="3000" dirty="0">
                <a:solidFill>
                  <a:srgbClr val="1E1B2E"/>
                </a:solidFill>
                <a:latin typeface="Playfair Display" pitchFamily="34" charset="0"/>
                <a:ea typeface="Playfair Display" pitchFamily="34" charset="-122"/>
                <a:cs typeface="Playfair Display" pitchFamily="34" charset="-120"/>
              </a:rPr>
              <a:t>Cliquez pour ajouter un titre</a:t>
            </a:r>
            <a:endParaRPr lang="en-US" sz="3000" dirty="0"/>
          </a:p>
        </p:txBody>
      </p:sp>
      <p:sp>
        <p:nvSpPr>
          <p:cNvPr id="10" name="Shape 6"/>
          <p:cNvSpPr/>
          <p:nvPr/>
        </p:nvSpPr>
        <p:spPr>
          <a:xfrm>
            <a:off x="640080" y="2240280"/>
            <a:ext cx="2487854" cy="2468880"/>
          </a:xfrm>
          <a:prstGeom prst="rect">
            <a:avLst/>
          </a:prstGeom>
          <a:solidFill>
            <a:srgbClr val="DDD3C1"/>
          </a:solidFill>
          <a:ln w="12700">
            <a:solidFill>
              <a:srgbClr val="DDD3C1"/>
            </a:solidFill>
            <a:prstDash val="solid"/>
          </a:ln>
        </p:spPr>
      </p:sp>
      <p:sp>
        <p:nvSpPr>
          <p:cNvPr id="11" name="Portrait 1"/>
          <p:cNvSpPr/>
          <p:nvPr>
            <p:ph type="pic" idx="109" hasCustomPrompt="1"/>
          </p:nvPr>
        </p:nvSpPr>
        <p:spPr>
          <a:xfrm>
            <a:off x="640080" y="2240280"/>
            <a:ext cx="2487854" cy="2468880"/>
          </a:xfrm>
          <a:prstGeom prst="rect">
            <a:avLst/>
          </a:prstGeom>
          <a:noFill/>
          <a:ln/>
        </p:spPr>
        <p:txBody>
          <a:bodyPr wrap="square" rtlCol="0"/>
          <a:lstStyle>
            <a:lvl1pPr algn="l" indent="0" marL="0">
              <a:buNone/>
              <a:defRPr lang="en-US" sz="1100" dirty="0">
                <a:solidFill>
                  <a:srgbClr val="6B6670"/>
                </a:solidFill>
                <a:latin typeface="Montserrat" pitchFamily="34" charset="0"/>
                <a:ea typeface="Montserrat" pitchFamily="34" charset="-122"/>
                <a:cs typeface="Montserrat" pitchFamily="34" charset="-120"/>
              </a:defRPr>
            </a:lvl1pPr>
          </a:lstStyle>
          <a:p>
            <a:pPr algn="l" indent="0" marL="0">
              <a:buNone/>
            </a:pPr>
            <a:r>
              <a:rPr lang="en-US" sz="1100" dirty="0">
                <a:solidFill>
                  <a:srgbClr val="6B6670"/>
                </a:solidFill>
                <a:latin typeface="Montserrat" pitchFamily="34" charset="0"/>
                <a:ea typeface="Montserrat" pitchFamily="34" charset="-122"/>
                <a:cs typeface="Montserrat" pitchFamily="34" charset="-120"/>
              </a:rPr>
              <a:t>Insérer une image</a:t>
            </a:r>
            <a:endParaRPr lang="en-US" sz="1100" dirty="0"/>
          </a:p>
        </p:txBody>
      </p:sp>
      <p:sp>
        <p:nvSpPr>
          <p:cNvPr id="12" name="Shape 7"/>
          <p:cNvSpPr/>
          <p:nvPr/>
        </p:nvSpPr>
        <p:spPr>
          <a:xfrm>
            <a:off x="640080" y="4709160"/>
            <a:ext cx="2487854" cy="54864"/>
          </a:xfrm>
          <a:prstGeom prst="rect">
            <a:avLst/>
          </a:prstGeom>
          <a:solidFill>
            <a:srgbClr val="C2432B"/>
          </a:solidFill>
          <a:ln w="12700">
            <a:solidFill>
              <a:srgbClr val="C2432B"/>
            </a:solidFill>
            <a:prstDash val="solid"/>
          </a:ln>
        </p:spPr>
      </p:sp>
      <p:sp>
        <p:nvSpPr>
          <p:cNvPr id="13" name="Nom 1"/>
          <p:cNvSpPr/>
          <p:nvPr>
            <p:ph idx="111" type="body" hasCustomPrompt="1"/>
          </p:nvPr>
        </p:nvSpPr>
        <p:spPr>
          <a:xfrm>
            <a:off x="640080" y="4892040"/>
            <a:ext cx="2487854" cy="365760"/>
          </a:xfrm>
          <a:prstGeom prst="rect">
            <a:avLst/>
          </a:prstGeom>
          <a:noFill/>
          <a:ln/>
        </p:spPr>
        <p:txBody>
          <a:bodyPr wrap="square" rtlCol="0"/>
          <a:lstStyle>
            <a:lvl1pPr algn="l" indent="0" marL="0">
              <a:buNone/>
              <a:defRPr lang="en-US" sz="1700" dirty="0">
                <a:solidFill>
                  <a:srgbClr val="1E1B2E"/>
                </a:solidFill>
                <a:latin typeface="Playfair Display" pitchFamily="34" charset="0"/>
                <a:ea typeface="Playfair Display" pitchFamily="34" charset="-122"/>
                <a:cs typeface="Playfair Display" pitchFamily="34" charset="-120"/>
              </a:defRPr>
            </a:lvl1pPr>
          </a:lstStyle>
          <a:p>
            <a:pPr algn="l" indent="0" marL="0">
              <a:buNone/>
            </a:pPr>
            <a:r>
              <a:rPr lang="en-US" sz="1700" dirty="0">
                <a:solidFill>
                  <a:srgbClr val="1E1B2E"/>
                </a:solidFill>
                <a:latin typeface="Playfair Display" pitchFamily="34" charset="0"/>
                <a:ea typeface="Playfair Display" pitchFamily="34" charset="-122"/>
                <a:cs typeface="Playfair Display" pitchFamily="34" charset="-120"/>
              </a:rPr>
              <a:t>Prénom Nom</a:t>
            </a:r>
            <a:endParaRPr lang="en-US" sz="1700" dirty="0"/>
          </a:p>
        </p:txBody>
      </p:sp>
      <p:sp>
        <p:nvSpPr>
          <p:cNvPr id="14" name="Rôle 1"/>
          <p:cNvSpPr/>
          <p:nvPr>
            <p:ph idx="112" type="body" hasCustomPrompt="1"/>
          </p:nvPr>
        </p:nvSpPr>
        <p:spPr>
          <a:xfrm>
            <a:off x="640080" y="5303520"/>
            <a:ext cx="2487854" cy="822960"/>
          </a:xfrm>
          <a:prstGeom prst="rect">
            <a:avLst/>
          </a:prstGeom>
          <a:noFill/>
          <a:ln/>
        </p:spPr>
        <p:txBody>
          <a:bodyPr wrap="square" rtlCol="0"/>
          <a:lstStyle>
            <a:lvl1pPr algn="l" indent="0" marL="0">
              <a:buNone/>
              <a:defRPr lang="en-US" sz="1200" dirty="0">
                <a:solidFill>
                  <a:srgbClr val="6B6670"/>
                </a:solidFill>
                <a:latin typeface="Montserrat" pitchFamily="34" charset="0"/>
                <a:ea typeface="Montserrat" pitchFamily="34" charset="-122"/>
                <a:cs typeface="Montserrat" pitchFamily="34" charset="-120"/>
              </a:defRPr>
            </a:lvl1pPr>
          </a:lstStyle>
          <a:p>
            <a:pPr algn="l" indent="0" marL="0">
              <a:buNone/>
            </a:pPr>
            <a:r>
              <a:rPr lang="en-US" sz="1200" dirty="0">
                <a:solidFill>
                  <a:srgbClr val="6B6670"/>
                </a:solidFill>
                <a:latin typeface="Montserrat" pitchFamily="34" charset="0"/>
                <a:ea typeface="Montserrat" pitchFamily="34" charset="-122"/>
                <a:cs typeface="Montserrat" pitchFamily="34" charset="-120"/>
              </a:rPr>
              <a:t>Rôle et expertise</a:t>
            </a:r>
            <a:endParaRPr lang="en-US" sz="1200" dirty="0"/>
          </a:p>
        </p:txBody>
      </p:sp>
      <p:sp>
        <p:nvSpPr>
          <p:cNvPr id="15" name="Shape 8"/>
          <p:cNvSpPr/>
          <p:nvPr/>
        </p:nvSpPr>
        <p:spPr>
          <a:xfrm>
            <a:off x="3447974" y="2240280"/>
            <a:ext cx="2487854" cy="2468880"/>
          </a:xfrm>
          <a:prstGeom prst="rect">
            <a:avLst/>
          </a:prstGeom>
          <a:solidFill>
            <a:srgbClr val="DDD3C1"/>
          </a:solidFill>
          <a:ln w="12700">
            <a:solidFill>
              <a:srgbClr val="DDD3C1"/>
            </a:solidFill>
            <a:prstDash val="solid"/>
          </a:ln>
        </p:spPr>
      </p:sp>
      <p:sp>
        <p:nvSpPr>
          <p:cNvPr id="16" name="Portrait 2"/>
          <p:cNvSpPr/>
          <p:nvPr>
            <p:ph type="pic" idx="114" hasCustomPrompt="1"/>
          </p:nvPr>
        </p:nvSpPr>
        <p:spPr>
          <a:xfrm>
            <a:off x="3447974" y="2240280"/>
            <a:ext cx="2487854" cy="2468880"/>
          </a:xfrm>
          <a:prstGeom prst="rect">
            <a:avLst/>
          </a:prstGeom>
          <a:noFill/>
          <a:ln/>
        </p:spPr>
        <p:txBody>
          <a:bodyPr wrap="square" rtlCol="0"/>
          <a:lstStyle>
            <a:lvl1pPr algn="l" indent="0" marL="0">
              <a:buNone/>
              <a:defRPr lang="en-US" sz="1100" dirty="0">
                <a:solidFill>
                  <a:srgbClr val="6B6670"/>
                </a:solidFill>
                <a:latin typeface="Montserrat" pitchFamily="34" charset="0"/>
                <a:ea typeface="Montserrat" pitchFamily="34" charset="-122"/>
                <a:cs typeface="Montserrat" pitchFamily="34" charset="-120"/>
              </a:defRPr>
            </a:lvl1pPr>
          </a:lstStyle>
          <a:p>
            <a:pPr algn="l" indent="0" marL="0">
              <a:buNone/>
            </a:pPr>
            <a:r>
              <a:rPr lang="en-US" sz="1100" dirty="0">
                <a:solidFill>
                  <a:srgbClr val="6B6670"/>
                </a:solidFill>
                <a:latin typeface="Montserrat" pitchFamily="34" charset="0"/>
                <a:ea typeface="Montserrat" pitchFamily="34" charset="-122"/>
                <a:cs typeface="Montserrat" pitchFamily="34" charset="-120"/>
              </a:rPr>
              <a:t>Insérer une image</a:t>
            </a:r>
            <a:endParaRPr lang="en-US" sz="1100" dirty="0"/>
          </a:p>
        </p:txBody>
      </p:sp>
      <p:sp>
        <p:nvSpPr>
          <p:cNvPr id="17" name="Shape 9"/>
          <p:cNvSpPr/>
          <p:nvPr/>
        </p:nvSpPr>
        <p:spPr>
          <a:xfrm>
            <a:off x="3447974" y="4709160"/>
            <a:ext cx="2487854" cy="54864"/>
          </a:xfrm>
          <a:prstGeom prst="rect">
            <a:avLst/>
          </a:prstGeom>
          <a:solidFill>
            <a:srgbClr val="C8963A"/>
          </a:solidFill>
          <a:ln w="12700">
            <a:solidFill>
              <a:srgbClr val="C8963A"/>
            </a:solidFill>
            <a:prstDash val="solid"/>
          </a:ln>
        </p:spPr>
      </p:sp>
      <p:sp>
        <p:nvSpPr>
          <p:cNvPr id="18" name="Nom 2"/>
          <p:cNvSpPr/>
          <p:nvPr>
            <p:ph idx="116" type="body" hasCustomPrompt="1"/>
          </p:nvPr>
        </p:nvSpPr>
        <p:spPr>
          <a:xfrm>
            <a:off x="3447974" y="4892040"/>
            <a:ext cx="2487854" cy="365760"/>
          </a:xfrm>
          <a:prstGeom prst="rect">
            <a:avLst/>
          </a:prstGeom>
          <a:noFill/>
          <a:ln/>
        </p:spPr>
        <p:txBody>
          <a:bodyPr wrap="square" rtlCol="0"/>
          <a:lstStyle>
            <a:lvl1pPr algn="l" indent="0" marL="0">
              <a:buNone/>
              <a:defRPr lang="en-US" sz="1700" dirty="0">
                <a:solidFill>
                  <a:srgbClr val="1E1B2E"/>
                </a:solidFill>
                <a:latin typeface="Playfair Display" pitchFamily="34" charset="0"/>
                <a:ea typeface="Playfair Display" pitchFamily="34" charset="-122"/>
                <a:cs typeface="Playfair Display" pitchFamily="34" charset="-120"/>
              </a:defRPr>
            </a:lvl1pPr>
          </a:lstStyle>
          <a:p>
            <a:pPr algn="l" indent="0" marL="0">
              <a:buNone/>
            </a:pPr>
            <a:r>
              <a:rPr lang="en-US" sz="1700" dirty="0">
                <a:solidFill>
                  <a:srgbClr val="1E1B2E"/>
                </a:solidFill>
                <a:latin typeface="Playfair Display" pitchFamily="34" charset="0"/>
                <a:ea typeface="Playfair Display" pitchFamily="34" charset="-122"/>
                <a:cs typeface="Playfair Display" pitchFamily="34" charset="-120"/>
              </a:rPr>
              <a:t>Prénom Nom</a:t>
            </a:r>
            <a:endParaRPr lang="en-US" sz="1700" dirty="0"/>
          </a:p>
        </p:txBody>
      </p:sp>
      <p:sp>
        <p:nvSpPr>
          <p:cNvPr id="19" name="Rôle 2"/>
          <p:cNvSpPr/>
          <p:nvPr>
            <p:ph idx="117" type="body" hasCustomPrompt="1"/>
          </p:nvPr>
        </p:nvSpPr>
        <p:spPr>
          <a:xfrm>
            <a:off x="3447974" y="5303520"/>
            <a:ext cx="2487854" cy="822960"/>
          </a:xfrm>
          <a:prstGeom prst="rect">
            <a:avLst/>
          </a:prstGeom>
          <a:noFill/>
          <a:ln/>
        </p:spPr>
        <p:txBody>
          <a:bodyPr wrap="square" rtlCol="0"/>
          <a:lstStyle>
            <a:lvl1pPr algn="l" indent="0" marL="0">
              <a:buNone/>
              <a:defRPr lang="en-US" sz="1200" dirty="0">
                <a:solidFill>
                  <a:srgbClr val="6B6670"/>
                </a:solidFill>
                <a:latin typeface="Montserrat" pitchFamily="34" charset="0"/>
                <a:ea typeface="Montserrat" pitchFamily="34" charset="-122"/>
                <a:cs typeface="Montserrat" pitchFamily="34" charset="-120"/>
              </a:defRPr>
            </a:lvl1pPr>
          </a:lstStyle>
          <a:p>
            <a:pPr algn="l" indent="0" marL="0">
              <a:buNone/>
            </a:pPr>
            <a:r>
              <a:rPr lang="en-US" sz="1200" dirty="0">
                <a:solidFill>
                  <a:srgbClr val="6B6670"/>
                </a:solidFill>
                <a:latin typeface="Montserrat" pitchFamily="34" charset="0"/>
                <a:ea typeface="Montserrat" pitchFamily="34" charset="-122"/>
                <a:cs typeface="Montserrat" pitchFamily="34" charset="-120"/>
              </a:rPr>
              <a:t>Rôle et expertise</a:t>
            </a:r>
            <a:endParaRPr lang="en-US" sz="1200" dirty="0"/>
          </a:p>
        </p:txBody>
      </p:sp>
      <p:sp>
        <p:nvSpPr>
          <p:cNvPr id="20" name="Shape 10"/>
          <p:cNvSpPr/>
          <p:nvPr/>
        </p:nvSpPr>
        <p:spPr>
          <a:xfrm>
            <a:off x="6255868" y="2240280"/>
            <a:ext cx="2487854" cy="2468880"/>
          </a:xfrm>
          <a:prstGeom prst="rect">
            <a:avLst/>
          </a:prstGeom>
          <a:solidFill>
            <a:srgbClr val="DDD3C1"/>
          </a:solidFill>
          <a:ln w="12700">
            <a:solidFill>
              <a:srgbClr val="DDD3C1"/>
            </a:solidFill>
            <a:prstDash val="solid"/>
          </a:ln>
        </p:spPr>
      </p:sp>
      <p:sp>
        <p:nvSpPr>
          <p:cNvPr id="21" name="Portrait 3"/>
          <p:cNvSpPr/>
          <p:nvPr>
            <p:ph type="pic" idx="119" hasCustomPrompt="1"/>
          </p:nvPr>
        </p:nvSpPr>
        <p:spPr>
          <a:xfrm>
            <a:off x="6255868" y="2240280"/>
            <a:ext cx="2487854" cy="2468880"/>
          </a:xfrm>
          <a:prstGeom prst="rect">
            <a:avLst/>
          </a:prstGeom>
          <a:noFill/>
          <a:ln/>
        </p:spPr>
        <p:txBody>
          <a:bodyPr wrap="square" rtlCol="0"/>
          <a:lstStyle>
            <a:lvl1pPr algn="l" indent="0" marL="0">
              <a:buNone/>
              <a:defRPr lang="en-US" sz="1100" dirty="0">
                <a:solidFill>
                  <a:srgbClr val="6B6670"/>
                </a:solidFill>
                <a:latin typeface="Montserrat" pitchFamily="34" charset="0"/>
                <a:ea typeface="Montserrat" pitchFamily="34" charset="-122"/>
                <a:cs typeface="Montserrat" pitchFamily="34" charset="-120"/>
              </a:defRPr>
            </a:lvl1pPr>
          </a:lstStyle>
          <a:p>
            <a:pPr algn="l" indent="0" marL="0">
              <a:buNone/>
            </a:pPr>
            <a:r>
              <a:rPr lang="en-US" sz="1100" dirty="0">
                <a:solidFill>
                  <a:srgbClr val="6B6670"/>
                </a:solidFill>
                <a:latin typeface="Montserrat" pitchFamily="34" charset="0"/>
                <a:ea typeface="Montserrat" pitchFamily="34" charset="-122"/>
                <a:cs typeface="Montserrat" pitchFamily="34" charset="-120"/>
              </a:rPr>
              <a:t>Insérer une image</a:t>
            </a:r>
            <a:endParaRPr lang="en-US" sz="1100" dirty="0"/>
          </a:p>
        </p:txBody>
      </p:sp>
      <p:sp>
        <p:nvSpPr>
          <p:cNvPr id="22" name="Shape 11"/>
          <p:cNvSpPr/>
          <p:nvPr/>
        </p:nvSpPr>
        <p:spPr>
          <a:xfrm>
            <a:off x="6255868" y="4709160"/>
            <a:ext cx="2487854" cy="54864"/>
          </a:xfrm>
          <a:prstGeom prst="rect">
            <a:avLst/>
          </a:prstGeom>
          <a:solidFill>
            <a:srgbClr val="8FA593"/>
          </a:solidFill>
          <a:ln w="12700">
            <a:solidFill>
              <a:srgbClr val="8FA593"/>
            </a:solidFill>
            <a:prstDash val="solid"/>
          </a:ln>
        </p:spPr>
      </p:sp>
      <p:sp>
        <p:nvSpPr>
          <p:cNvPr id="23" name="Nom 3"/>
          <p:cNvSpPr/>
          <p:nvPr>
            <p:ph idx="121" type="body" hasCustomPrompt="1"/>
          </p:nvPr>
        </p:nvSpPr>
        <p:spPr>
          <a:xfrm>
            <a:off x="6255868" y="4892040"/>
            <a:ext cx="2487854" cy="365760"/>
          </a:xfrm>
          <a:prstGeom prst="rect">
            <a:avLst/>
          </a:prstGeom>
          <a:noFill/>
          <a:ln/>
        </p:spPr>
        <p:txBody>
          <a:bodyPr wrap="square" rtlCol="0"/>
          <a:lstStyle>
            <a:lvl1pPr algn="l" indent="0" marL="0">
              <a:buNone/>
              <a:defRPr lang="en-US" sz="1700" dirty="0">
                <a:solidFill>
                  <a:srgbClr val="1E1B2E"/>
                </a:solidFill>
                <a:latin typeface="Playfair Display" pitchFamily="34" charset="0"/>
                <a:ea typeface="Playfair Display" pitchFamily="34" charset="-122"/>
                <a:cs typeface="Playfair Display" pitchFamily="34" charset="-120"/>
              </a:defRPr>
            </a:lvl1pPr>
          </a:lstStyle>
          <a:p>
            <a:pPr algn="l" indent="0" marL="0">
              <a:buNone/>
            </a:pPr>
            <a:r>
              <a:rPr lang="en-US" sz="1700" dirty="0">
                <a:solidFill>
                  <a:srgbClr val="1E1B2E"/>
                </a:solidFill>
                <a:latin typeface="Playfair Display" pitchFamily="34" charset="0"/>
                <a:ea typeface="Playfair Display" pitchFamily="34" charset="-122"/>
                <a:cs typeface="Playfair Display" pitchFamily="34" charset="-120"/>
              </a:rPr>
              <a:t>Prénom Nom</a:t>
            </a:r>
            <a:endParaRPr lang="en-US" sz="1700" dirty="0"/>
          </a:p>
        </p:txBody>
      </p:sp>
      <p:sp>
        <p:nvSpPr>
          <p:cNvPr id="24" name="Rôle 3"/>
          <p:cNvSpPr/>
          <p:nvPr>
            <p:ph idx="122" type="body" hasCustomPrompt="1"/>
          </p:nvPr>
        </p:nvSpPr>
        <p:spPr>
          <a:xfrm>
            <a:off x="6255868" y="5303520"/>
            <a:ext cx="2487854" cy="822960"/>
          </a:xfrm>
          <a:prstGeom prst="rect">
            <a:avLst/>
          </a:prstGeom>
          <a:noFill/>
          <a:ln/>
        </p:spPr>
        <p:txBody>
          <a:bodyPr wrap="square" rtlCol="0"/>
          <a:lstStyle>
            <a:lvl1pPr algn="l" indent="0" marL="0">
              <a:buNone/>
              <a:defRPr lang="en-US" sz="1200" dirty="0">
                <a:solidFill>
                  <a:srgbClr val="6B6670"/>
                </a:solidFill>
                <a:latin typeface="Montserrat" pitchFamily="34" charset="0"/>
                <a:ea typeface="Montserrat" pitchFamily="34" charset="-122"/>
                <a:cs typeface="Montserrat" pitchFamily="34" charset="-120"/>
              </a:defRPr>
            </a:lvl1pPr>
          </a:lstStyle>
          <a:p>
            <a:pPr algn="l" indent="0" marL="0">
              <a:buNone/>
            </a:pPr>
            <a:r>
              <a:rPr lang="en-US" sz="1200" dirty="0">
                <a:solidFill>
                  <a:srgbClr val="6B6670"/>
                </a:solidFill>
                <a:latin typeface="Montserrat" pitchFamily="34" charset="0"/>
                <a:ea typeface="Montserrat" pitchFamily="34" charset="-122"/>
                <a:cs typeface="Montserrat" pitchFamily="34" charset="-120"/>
              </a:rPr>
              <a:t>Rôle et expertise</a:t>
            </a:r>
            <a:endParaRPr lang="en-US" sz="1200" dirty="0"/>
          </a:p>
        </p:txBody>
      </p:sp>
      <p:sp>
        <p:nvSpPr>
          <p:cNvPr id="25" name="Shape 12"/>
          <p:cNvSpPr/>
          <p:nvPr/>
        </p:nvSpPr>
        <p:spPr>
          <a:xfrm>
            <a:off x="9063761" y="2240280"/>
            <a:ext cx="2487854" cy="2468880"/>
          </a:xfrm>
          <a:prstGeom prst="rect">
            <a:avLst/>
          </a:prstGeom>
          <a:solidFill>
            <a:srgbClr val="DDD3C1"/>
          </a:solidFill>
          <a:ln w="12700">
            <a:solidFill>
              <a:srgbClr val="DDD3C1"/>
            </a:solidFill>
            <a:prstDash val="solid"/>
          </a:ln>
        </p:spPr>
      </p:sp>
      <p:sp>
        <p:nvSpPr>
          <p:cNvPr id="26" name="Portrait 4"/>
          <p:cNvSpPr/>
          <p:nvPr>
            <p:ph type="pic" idx="124" hasCustomPrompt="1"/>
          </p:nvPr>
        </p:nvSpPr>
        <p:spPr>
          <a:xfrm>
            <a:off x="9063761" y="2240280"/>
            <a:ext cx="2487854" cy="2468880"/>
          </a:xfrm>
          <a:prstGeom prst="rect">
            <a:avLst/>
          </a:prstGeom>
          <a:noFill/>
          <a:ln/>
        </p:spPr>
        <p:txBody>
          <a:bodyPr wrap="square" rtlCol="0"/>
          <a:lstStyle>
            <a:lvl1pPr algn="l" indent="0" marL="0">
              <a:buNone/>
              <a:defRPr lang="en-US" sz="1100" dirty="0">
                <a:solidFill>
                  <a:srgbClr val="6B6670"/>
                </a:solidFill>
                <a:latin typeface="Montserrat" pitchFamily="34" charset="0"/>
                <a:ea typeface="Montserrat" pitchFamily="34" charset="-122"/>
                <a:cs typeface="Montserrat" pitchFamily="34" charset="-120"/>
              </a:defRPr>
            </a:lvl1pPr>
          </a:lstStyle>
          <a:p>
            <a:pPr algn="l" indent="0" marL="0">
              <a:buNone/>
            </a:pPr>
            <a:r>
              <a:rPr lang="en-US" sz="1100" dirty="0">
                <a:solidFill>
                  <a:srgbClr val="6B6670"/>
                </a:solidFill>
                <a:latin typeface="Montserrat" pitchFamily="34" charset="0"/>
                <a:ea typeface="Montserrat" pitchFamily="34" charset="-122"/>
                <a:cs typeface="Montserrat" pitchFamily="34" charset="-120"/>
              </a:rPr>
              <a:t>Insérer une image</a:t>
            </a:r>
            <a:endParaRPr lang="en-US" sz="1100" dirty="0"/>
          </a:p>
        </p:txBody>
      </p:sp>
      <p:sp>
        <p:nvSpPr>
          <p:cNvPr id="27" name="Shape 13"/>
          <p:cNvSpPr/>
          <p:nvPr/>
        </p:nvSpPr>
        <p:spPr>
          <a:xfrm>
            <a:off x="9063761" y="4709160"/>
            <a:ext cx="2487854" cy="54864"/>
          </a:xfrm>
          <a:prstGeom prst="rect">
            <a:avLst/>
          </a:prstGeom>
          <a:solidFill>
            <a:srgbClr val="1E1B2E"/>
          </a:solidFill>
          <a:ln w="12700">
            <a:solidFill>
              <a:srgbClr val="1E1B2E"/>
            </a:solidFill>
            <a:prstDash val="solid"/>
          </a:ln>
        </p:spPr>
      </p:sp>
      <p:sp>
        <p:nvSpPr>
          <p:cNvPr id="28" name="Nom 4"/>
          <p:cNvSpPr/>
          <p:nvPr>
            <p:ph idx="126" type="body" hasCustomPrompt="1"/>
          </p:nvPr>
        </p:nvSpPr>
        <p:spPr>
          <a:xfrm>
            <a:off x="9063761" y="4892040"/>
            <a:ext cx="2487854" cy="365760"/>
          </a:xfrm>
          <a:prstGeom prst="rect">
            <a:avLst/>
          </a:prstGeom>
          <a:noFill/>
          <a:ln/>
        </p:spPr>
        <p:txBody>
          <a:bodyPr wrap="square" rtlCol="0"/>
          <a:lstStyle>
            <a:lvl1pPr algn="l" indent="0" marL="0">
              <a:buNone/>
              <a:defRPr lang="en-US" sz="1700" dirty="0">
                <a:solidFill>
                  <a:srgbClr val="1E1B2E"/>
                </a:solidFill>
                <a:latin typeface="Playfair Display" pitchFamily="34" charset="0"/>
                <a:ea typeface="Playfair Display" pitchFamily="34" charset="-122"/>
                <a:cs typeface="Playfair Display" pitchFamily="34" charset="-120"/>
              </a:defRPr>
            </a:lvl1pPr>
          </a:lstStyle>
          <a:p>
            <a:pPr algn="l" indent="0" marL="0">
              <a:buNone/>
            </a:pPr>
            <a:r>
              <a:rPr lang="en-US" sz="1700" dirty="0">
                <a:solidFill>
                  <a:srgbClr val="1E1B2E"/>
                </a:solidFill>
                <a:latin typeface="Playfair Display" pitchFamily="34" charset="0"/>
                <a:ea typeface="Playfair Display" pitchFamily="34" charset="-122"/>
                <a:cs typeface="Playfair Display" pitchFamily="34" charset="-120"/>
              </a:rPr>
              <a:t>Prénom Nom</a:t>
            </a:r>
            <a:endParaRPr lang="en-US" sz="1700" dirty="0"/>
          </a:p>
        </p:txBody>
      </p:sp>
      <p:sp>
        <p:nvSpPr>
          <p:cNvPr id="29" name="Rôle 4"/>
          <p:cNvSpPr/>
          <p:nvPr>
            <p:ph idx="127" type="body" hasCustomPrompt="1"/>
          </p:nvPr>
        </p:nvSpPr>
        <p:spPr>
          <a:xfrm>
            <a:off x="9063761" y="5303520"/>
            <a:ext cx="2487854" cy="822960"/>
          </a:xfrm>
          <a:prstGeom prst="rect">
            <a:avLst/>
          </a:prstGeom>
          <a:noFill/>
          <a:ln/>
        </p:spPr>
        <p:txBody>
          <a:bodyPr wrap="square" rtlCol="0"/>
          <a:lstStyle>
            <a:lvl1pPr algn="l" indent="0" marL="0">
              <a:buNone/>
              <a:defRPr lang="en-US" sz="1200" dirty="0">
                <a:solidFill>
                  <a:srgbClr val="6B6670"/>
                </a:solidFill>
                <a:latin typeface="Montserrat" pitchFamily="34" charset="0"/>
                <a:ea typeface="Montserrat" pitchFamily="34" charset="-122"/>
                <a:cs typeface="Montserrat" pitchFamily="34" charset="-120"/>
              </a:defRPr>
            </a:lvl1pPr>
          </a:lstStyle>
          <a:p>
            <a:pPr algn="l" indent="0" marL="0">
              <a:buNone/>
            </a:pPr>
            <a:r>
              <a:rPr lang="en-US" sz="1200" dirty="0">
                <a:solidFill>
                  <a:srgbClr val="6B6670"/>
                </a:solidFill>
                <a:latin typeface="Montserrat" pitchFamily="34" charset="0"/>
                <a:ea typeface="Montserrat" pitchFamily="34" charset="-122"/>
                <a:cs typeface="Montserrat" pitchFamily="34" charset="-120"/>
              </a:rPr>
              <a:t>Rôle et expertise</a:t>
            </a:r>
            <a:endParaRPr lang="en-US" sz="1200" dirty="0"/>
          </a:p>
        </p:txBody>
      </p:sp>
      <p:sp>
        <p:nvSpPr>
          <p:cNvPr id="25" name="Slide Number Placeholder 0"/>
          <p:cNvSpPr>
            <a:spLocks noGrp="1"/>
          </p:cNvSpPr>
          <p:nvPr>
            <p:ph type="sldNum" sz="quarter" idx="4294967295"/>
          </p:nvPr>
        </p:nvSpPr>
        <p:spPr>
          <a:xfrm>
            <a:off x="11002975" y="6455664"/>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6670"/>
                </a:solidFill>
                <a:latin typeface="Montserrat"/>
                <a:ea typeface="Montserrat"/>
                <a:cs typeface="Montserrat"/>
              </a:defRPr>
            </a:lvl1pPr>
          </a:lstStyle>
          <a:p>
            <a:pPr algn="r"/>
            <a:fld id="{F7021451-1387-4CA6-816F-3879F97B5CBC}" type="slidenum">
              <a:rPr b="0" lang="en-US"/>
              <a:t>1015</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15 Titre seul — zone libre">
    <p:bg>
      <p:bgPr>
        <a:solidFill>
          <a:srgbClr val="F4EEE3"/>
        </a:solidFill>
      </p:bgPr>
    </p:bg>
    <p:spTree>
      <p:nvGrpSpPr>
        <p:cNvPr id="1" name=""/>
        <p:cNvGrpSpPr/>
        <p:nvPr/>
      </p:nvGrpSpPr>
      <p:grpSpPr>
        <a:xfrm>
          <a:off x="0" y="0"/>
          <a:ext cx="0" cy="0"/>
          <a:chOff x="0" y="0"/>
          <a:chExt cx="0" cy="0"/>
        </a:xfrm>
      </p:grpSpPr>
      <p:sp>
        <p:nvSpPr>
          <p:cNvPr id="2" name="Text 0"/>
          <p:cNvSpPr/>
          <p:nvPr/>
        </p:nvSpPr>
        <p:spPr>
          <a:xfrm>
            <a:off x="640080" y="329184"/>
            <a:ext cx="2743200" cy="228600"/>
          </a:xfrm>
          <a:prstGeom prst="rect">
            <a:avLst/>
          </a:prstGeom>
          <a:noFill/>
          <a:ln/>
        </p:spPr>
        <p:txBody>
          <a:bodyPr wrap="square" lIns="0" tIns="0" rIns="0" bIns="0" rtlCol="0" anchor="ctr"/>
          <a:lstStyle/>
          <a:p>
            <a:pPr indent="0" marL="0">
              <a:buNone/>
            </a:pPr>
            <a:r>
              <a:rPr lang="en-US" sz="900" b="1" spc="400" kern="0" dirty="0">
                <a:solidFill>
                  <a:srgbClr val="1E1B2E"/>
                </a:solidFill>
                <a:latin typeface="Montserrat" pitchFamily="34" charset="0"/>
                <a:ea typeface="Montserrat" pitchFamily="34" charset="-122"/>
                <a:cs typeface="Montserrat" pitchFamily="34" charset="-120"/>
              </a:rPr>
              <a:t>POPTABLES</a:t>
            </a:r>
            <a:endParaRPr lang="en-US" sz="900" dirty="0"/>
          </a:p>
        </p:txBody>
      </p:sp>
      <p:sp>
        <p:nvSpPr>
          <p:cNvPr id="3" name="Shape 1"/>
          <p:cNvSpPr/>
          <p:nvPr/>
        </p:nvSpPr>
        <p:spPr>
          <a:xfrm>
            <a:off x="11002975" y="356616"/>
            <a:ext cx="137160" cy="137160"/>
          </a:xfrm>
          <a:prstGeom prst="rect">
            <a:avLst/>
          </a:prstGeom>
          <a:solidFill>
            <a:srgbClr val="C8963A"/>
          </a:solidFill>
          <a:ln w="12700">
            <a:solidFill>
              <a:srgbClr val="C8963A"/>
            </a:solidFill>
            <a:prstDash val="solid"/>
          </a:ln>
        </p:spPr>
      </p:sp>
      <p:sp>
        <p:nvSpPr>
          <p:cNvPr id="4" name="Text 2"/>
          <p:cNvSpPr/>
          <p:nvPr/>
        </p:nvSpPr>
        <p:spPr>
          <a:xfrm>
            <a:off x="11208715" y="356616"/>
            <a:ext cx="137160" cy="137160"/>
          </a:xfrm>
          <a:prstGeom prst="ellipse">
            <a:avLst/>
          </a:prstGeom>
          <a:solidFill>
            <a:srgbClr val="C2432B"/>
          </a:solidFill>
          <a:ln>
            <a:solidFill>
              <a:srgbClr val="C2432B"/>
            </a:solidFill>
          </a:ln>
        </p:spPr>
        <p:txBody>
          <a:bodyPr wrap="square" rtlCol="0" anchor="ctr"/>
          <a:lstStyle/>
          <a:p>
            <a:pPr indent="0" marL="0">
              <a:buNone/>
            </a:pPr>
            <a:endParaRPr lang="en-US" dirty="0"/>
          </a:p>
        </p:txBody>
      </p:sp>
      <p:sp>
        <p:nvSpPr>
          <p:cNvPr id="5" name="Text 3"/>
          <p:cNvSpPr/>
          <p:nvPr/>
        </p:nvSpPr>
        <p:spPr>
          <a:xfrm>
            <a:off x="11414455" y="356616"/>
            <a:ext cx="137160" cy="137160"/>
          </a:xfrm>
          <a:prstGeom prst="triangle">
            <a:avLst/>
          </a:prstGeom>
          <a:solidFill>
            <a:srgbClr val="1E1B2E"/>
          </a:solidFill>
          <a:ln>
            <a:solidFill>
              <a:srgbClr val="1E1B2E"/>
            </a:solidFill>
          </a:ln>
        </p:spPr>
        <p:txBody>
          <a:bodyPr wrap="square" rtlCol="0" anchor="ctr"/>
          <a:lstStyle/>
          <a:p>
            <a:pPr indent="0" marL="0">
              <a:buNone/>
            </a:pPr>
            <a:endParaRPr lang="en-US" dirty="0"/>
          </a:p>
        </p:txBody>
      </p:sp>
      <p:sp>
        <p:nvSpPr>
          <p:cNvPr id="6" name="Shape 4"/>
          <p:cNvSpPr/>
          <p:nvPr/>
        </p:nvSpPr>
        <p:spPr>
          <a:xfrm>
            <a:off x="640080" y="6382512"/>
            <a:ext cx="10911535" cy="0"/>
          </a:xfrm>
          <a:prstGeom prst="line">
            <a:avLst/>
          </a:prstGeom>
          <a:noFill/>
          <a:ln w="9525">
            <a:solidFill>
              <a:srgbClr val="D3C8B5"/>
            </a:solidFill>
            <a:prstDash val="solid"/>
          </a:ln>
        </p:spPr>
      </p:sp>
      <p:sp>
        <p:nvSpPr>
          <p:cNvPr id="7" name="Text 5"/>
          <p:cNvSpPr/>
          <p:nvPr/>
        </p:nvSpPr>
        <p:spPr>
          <a:xfrm>
            <a:off x="640080" y="6473952"/>
            <a:ext cx="5486400" cy="201168"/>
          </a:xfrm>
          <a:prstGeom prst="rect">
            <a:avLst/>
          </a:prstGeom>
          <a:noFill/>
          <a:ln/>
        </p:spPr>
        <p:txBody>
          <a:bodyPr wrap="square" lIns="0" tIns="0" rIns="0" bIns="0" rtlCol="0" anchor="ctr"/>
          <a:lstStyle/>
          <a:p>
            <a:pPr indent="0" marL="0">
              <a:buNone/>
            </a:pPr>
            <a:r>
              <a:rPr lang="en-US" sz="850" spc="100" kern="0" dirty="0">
                <a:solidFill>
                  <a:srgbClr val="6B6670"/>
                </a:solidFill>
                <a:latin typeface="Montserrat" pitchFamily="34" charset="0"/>
                <a:ea typeface="Montserrat" pitchFamily="34" charset="-122"/>
                <a:cs typeface="Montserrat" pitchFamily="34" charset="-120"/>
              </a:rPr>
              <a:t>Projet PopTables  ·  Document confidentiel</a:t>
            </a:r>
            <a:endParaRPr lang="en-US" sz="850" dirty="0"/>
          </a:p>
        </p:txBody>
      </p:sp>
      <p:sp>
        <p:nvSpPr>
          <p:cNvPr id="8" name="Surtitre"/>
          <p:cNvSpPr/>
          <p:nvPr>
            <p:ph idx="106" type="body" hasCustomPrompt="1"/>
          </p:nvPr>
        </p:nvSpPr>
        <p:spPr>
          <a:xfrm>
            <a:off x="640080" y="914400"/>
            <a:ext cx="8229600" cy="274320"/>
          </a:xfrm>
          <a:prstGeom prst="rect">
            <a:avLst/>
          </a:prstGeom>
          <a:noFill/>
          <a:ln/>
        </p:spPr>
        <p:txBody>
          <a:bodyPr wrap="square" rtlCol="0"/>
          <a:lstStyle>
            <a:lvl1pPr algn="l" indent="0" marL="0">
              <a:buNone/>
              <a:defRPr lang="en-US" sz="1000" b="1" spc="300" kern="0" dirty="0">
                <a:solidFill>
                  <a:srgbClr val="C2432B"/>
                </a:solidFill>
                <a:latin typeface="Montserrat" pitchFamily="34" charset="0"/>
                <a:ea typeface="Montserrat" pitchFamily="34" charset="-122"/>
                <a:cs typeface="Montserrat" pitchFamily="34" charset="-120"/>
              </a:defRPr>
            </a:lvl1pPr>
          </a:lstStyle>
          <a:p>
            <a:pPr algn="l" indent="0" marL="0">
              <a:buNone/>
            </a:pPr>
            <a:r>
              <a:rPr lang="en-US" sz="1000" b="1" spc="300" kern="0" dirty="0">
                <a:solidFill>
                  <a:srgbClr val="C2432B"/>
                </a:solidFill>
                <a:latin typeface="Montserrat" pitchFamily="34" charset="0"/>
                <a:ea typeface="Montserrat" pitchFamily="34" charset="-122"/>
                <a:cs typeface="Montserrat" pitchFamily="34" charset="-120"/>
              </a:rPr>
              <a:t>SURTITRE</a:t>
            </a:r>
            <a:endParaRPr lang="en-US" sz="1000" dirty="0"/>
          </a:p>
        </p:txBody>
      </p:sp>
      <p:sp>
        <p:nvSpPr>
          <p:cNvPr id="9" name="Titre"/>
          <p:cNvSpPr/>
          <p:nvPr>
            <p:ph idx="107" type="title" hasCustomPrompt="1"/>
          </p:nvPr>
        </p:nvSpPr>
        <p:spPr>
          <a:xfrm>
            <a:off x="640080" y="1234440"/>
            <a:ext cx="10911535" cy="822960"/>
          </a:xfrm>
          <a:prstGeom prst="rect">
            <a:avLst/>
          </a:prstGeom>
          <a:noFill/>
          <a:ln/>
        </p:spPr>
        <p:txBody>
          <a:bodyPr wrap="square" rtlCol="0"/>
          <a:lstStyle>
            <a:lvl1pPr algn="l" indent="0" marL="0">
              <a:buNone/>
              <a:defRPr lang="en-US" sz="3000" dirty="0">
                <a:solidFill>
                  <a:srgbClr val="1E1B2E"/>
                </a:solidFill>
                <a:latin typeface="Playfair Display" pitchFamily="34" charset="0"/>
                <a:ea typeface="Playfair Display" pitchFamily="34" charset="-122"/>
                <a:cs typeface="Playfair Display" pitchFamily="34" charset="-120"/>
              </a:defRPr>
            </a:lvl1pPr>
          </a:lstStyle>
          <a:p>
            <a:pPr algn="l" indent="0" marL="0">
              <a:buNone/>
            </a:pPr>
            <a:r>
              <a:rPr lang="en-US" sz="3000" dirty="0">
                <a:solidFill>
                  <a:srgbClr val="1E1B2E"/>
                </a:solidFill>
                <a:latin typeface="Playfair Display" pitchFamily="34" charset="0"/>
                <a:ea typeface="Playfair Display" pitchFamily="34" charset="-122"/>
                <a:cs typeface="Playfair Display" pitchFamily="34" charset="-120"/>
              </a:rPr>
              <a:t>Cliquez pour ajouter un titre</a:t>
            </a:r>
            <a:endParaRPr lang="en-US" sz="3000" dirty="0"/>
          </a:p>
        </p:txBody>
      </p:sp>
      <p:sp>
        <p:nvSpPr>
          <p:cNvPr id="25" name="Slide Number Placeholder 0"/>
          <p:cNvSpPr>
            <a:spLocks noGrp="1"/>
          </p:cNvSpPr>
          <p:nvPr>
            <p:ph type="sldNum" sz="quarter" idx="4294967295"/>
          </p:nvPr>
        </p:nvSpPr>
        <p:spPr>
          <a:xfrm>
            <a:off x="11002975" y="6455664"/>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6670"/>
                </a:solidFill>
                <a:latin typeface="Montserrat"/>
                <a:ea typeface="Montserrat"/>
                <a:cs typeface="Montserrat"/>
              </a:defRPr>
            </a:lvl1pPr>
          </a:lstStyle>
          <a:p>
            <a:pPr algn="r"/>
            <a:fld id="{F7021451-1387-4CA6-816F-3879F97B5CBC}" type="slidenum">
              <a:rPr b="0" lang="en-US"/>
              <a:t>1016</a:t>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16 Clôture et contact">
    <p:bg>
      <p:bgPr>
        <a:solidFill>
          <a:srgbClr val="1E1B2E"/>
        </a:solidFill>
      </p:bgPr>
    </p:bg>
    <p:spTree>
      <p:nvGrpSpPr>
        <p:cNvPr id="1" name=""/>
        <p:cNvGrpSpPr/>
        <p:nvPr/>
      </p:nvGrpSpPr>
      <p:grpSpPr>
        <a:xfrm>
          <a:off x="0" y="0"/>
          <a:ext cx="0" cy="0"/>
          <a:chOff x="0" y="0"/>
          <a:chExt cx="0" cy="0"/>
        </a:xfrm>
      </p:grpSpPr>
      <p:sp>
        <p:nvSpPr>
          <p:cNvPr id="2" name="Shape 0"/>
          <p:cNvSpPr/>
          <p:nvPr/>
        </p:nvSpPr>
        <p:spPr>
          <a:xfrm>
            <a:off x="0" y="6216332"/>
            <a:ext cx="641668" cy="641668"/>
          </a:xfrm>
          <a:prstGeom prst="rect">
            <a:avLst/>
          </a:prstGeom>
          <a:solidFill>
            <a:srgbClr val="F4EEE3"/>
          </a:solidFill>
          <a:ln w="12700">
            <a:solidFill>
              <a:srgbClr val="F4EEE3"/>
            </a:solidFill>
            <a:prstDash val="solid"/>
          </a:ln>
        </p:spPr>
      </p:sp>
      <p:sp>
        <p:nvSpPr>
          <p:cNvPr id="3" name="Shape 1"/>
          <p:cNvSpPr/>
          <p:nvPr/>
        </p:nvSpPr>
        <p:spPr>
          <a:xfrm>
            <a:off x="641668" y="6216332"/>
            <a:ext cx="641668" cy="641668"/>
          </a:xfrm>
          <a:prstGeom prst="rect">
            <a:avLst/>
          </a:prstGeom>
          <a:solidFill>
            <a:srgbClr val="C2432B"/>
          </a:solidFill>
          <a:ln w="12700">
            <a:solidFill>
              <a:srgbClr val="C2432B"/>
            </a:solidFill>
            <a:prstDash val="solid"/>
          </a:ln>
        </p:spPr>
      </p:sp>
      <p:sp>
        <p:nvSpPr>
          <p:cNvPr id="4" name="Shape 2"/>
          <p:cNvSpPr/>
          <p:nvPr/>
        </p:nvSpPr>
        <p:spPr>
          <a:xfrm>
            <a:off x="1283336" y="6216332"/>
            <a:ext cx="641668" cy="641668"/>
          </a:xfrm>
          <a:prstGeom prst="rect">
            <a:avLst/>
          </a:prstGeom>
          <a:solidFill>
            <a:srgbClr val="F4EEE3"/>
          </a:solidFill>
          <a:ln w="12700">
            <a:solidFill>
              <a:srgbClr val="F4EEE3"/>
            </a:solidFill>
            <a:prstDash val="solid"/>
          </a:ln>
        </p:spPr>
      </p:sp>
      <p:sp>
        <p:nvSpPr>
          <p:cNvPr id="5" name="Shape 3"/>
          <p:cNvSpPr/>
          <p:nvPr/>
        </p:nvSpPr>
        <p:spPr>
          <a:xfrm>
            <a:off x="1925005" y="6216332"/>
            <a:ext cx="641668" cy="641668"/>
          </a:xfrm>
          <a:prstGeom prst="rect">
            <a:avLst/>
          </a:prstGeom>
          <a:solidFill>
            <a:srgbClr val="C2432B"/>
          </a:solidFill>
          <a:ln w="12700">
            <a:solidFill>
              <a:srgbClr val="C2432B"/>
            </a:solidFill>
            <a:prstDash val="solid"/>
          </a:ln>
        </p:spPr>
      </p:sp>
      <p:sp>
        <p:nvSpPr>
          <p:cNvPr id="6" name="Shape 4"/>
          <p:cNvSpPr/>
          <p:nvPr/>
        </p:nvSpPr>
        <p:spPr>
          <a:xfrm>
            <a:off x="2566673" y="6216332"/>
            <a:ext cx="641668" cy="641668"/>
          </a:xfrm>
          <a:prstGeom prst="rect">
            <a:avLst/>
          </a:prstGeom>
          <a:solidFill>
            <a:srgbClr val="F4EEE3"/>
          </a:solidFill>
          <a:ln w="12700">
            <a:solidFill>
              <a:srgbClr val="F4EEE3"/>
            </a:solidFill>
            <a:prstDash val="solid"/>
          </a:ln>
        </p:spPr>
      </p:sp>
      <p:sp>
        <p:nvSpPr>
          <p:cNvPr id="7" name="Shape 5"/>
          <p:cNvSpPr/>
          <p:nvPr/>
        </p:nvSpPr>
        <p:spPr>
          <a:xfrm>
            <a:off x="3208341" y="6216332"/>
            <a:ext cx="641668" cy="641668"/>
          </a:xfrm>
          <a:prstGeom prst="rect">
            <a:avLst/>
          </a:prstGeom>
          <a:solidFill>
            <a:srgbClr val="C2432B"/>
          </a:solidFill>
          <a:ln w="12700">
            <a:solidFill>
              <a:srgbClr val="C2432B"/>
            </a:solidFill>
            <a:prstDash val="solid"/>
          </a:ln>
        </p:spPr>
      </p:sp>
      <p:sp>
        <p:nvSpPr>
          <p:cNvPr id="8" name="Shape 6"/>
          <p:cNvSpPr/>
          <p:nvPr/>
        </p:nvSpPr>
        <p:spPr>
          <a:xfrm>
            <a:off x="3850009" y="6216332"/>
            <a:ext cx="641668" cy="641668"/>
          </a:xfrm>
          <a:prstGeom prst="rect">
            <a:avLst/>
          </a:prstGeom>
          <a:solidFill>
            <a:srgbClr val="F4EEE3"/>
          </a:solidFill>
          <a:ln w="12700">
            <a:solidFill>
              <a:srgbClr val="F4EEE3"/>
            </a:solidFill>
            <a:prstDash val="solid"/>
          </a:ln>
        </p:spPr>
      </p:sp>
      <p:sp>
        <p:nvSpPr>
          <p:cNvPr id="9" name="Shape 7"/>
          <p:cNvSpPr/>
          <p:nvPr/>
        </p:nvSpPr>
        <p:spPr>
          <a:xfrm>
            <a:off x="4491677" y="6216332"/>
            <a:ext cx="641668" cy="641668"/>
          </a:xfrm>
          <a:prstGeom prst="rect">
            <a:avLst/>
          </a:prstGeom>
          <a:solidFill>
            <a:srgbClr val="C2432B"/>
          </a:solidFill>
          <a:ln w="12700">
            <a:solidFill>
              <a:srgbClr val="C2432B"/>
            </a:solidFill>
            <a:prstDash val="solid"/>
          </a:ln>
        </p:spPr>
      </p:sp>
      <p:sp>
        <p:nvSpPr>
          <p:cNvPr id="10" name="Shape 8"/>
          <p:cNvSpPr/>
          <p:nvPr/>
        </p:nvSpPr>
        <p:spPr>
          <a:xfrm>
            <a:off x="5133345" y="6216332"/>
            <a:ext cx="641668" cy="641668"/>
          </a:xfrm>
          <a:prstGeom prst="rect">
            <a:avLst/>
          </a:prstGeom>
          <a:solidFill>
            <a:srgbClr val="F4EEE3"/>
          </a:solidFill>
          <a:ln w="12700">
            <a:solidFill>
              <a:srgbClr val="F4EEE3"/>
            </a:solidFill>
            <a:prstDash val="solid"/>
          </a:ln>
        </p:spPr>
      </p:sp>
      <p:sp>
        <p:nvSpPr>
          <p:cNvPr id="11" name="Shape 9"/>
          <p:cNvSpPr/>
          <p:nvPr/>
        </p:nvSpPr>
        <p:spPr>
          <a:xfrm>
            <a:off x="5775014" y="6216332"/>
            <a:ext cx="641668" cy="641668"/>
          </a:xfrm>
          <a:prstGeom prst="rect">
            <a:avLst/>
          </a:prstGeom>
          <a:solidFill>
            <a:srgbClr val="C2432B"/>
          </a:solidFill>
          <a:ln w="12700">
            <a:solidFill>
              <a:srgbClr val="C2432B"/>
            </a:solidFill>
            <a:prstDash val="solid"/>
          </a:ln>
        </p:spPr>
      </p:sp>
      <p:sp>
        <p:nvSpPr>
          <p:cNvPr id="12" name="Shape 10"/>
          <p:cNvSpPr/>
          <p:nvPr/>
        </p:nvSpPr>
        <p:spPr>
          <a:xfrm>
            <a:off x="6416682" y="6216332"/>
            <a:ext cx="641668" cy="641668"/>
          </a:xfrm>
          <a:prstGeom prst="rect">
            <a:avLst/>
          </a:prstGeom>
          <a:solidFill>
            <a:srgbClr val="F4EEE3"/>
          </a:solidFill>
          <a:ln w="12700">
            <a:solidFill>
              <a:srgbClr val="F4EEE3"/>
            </a:solidFill>
            <a:prstDash val="solid"/>
          </a:ln>
        </p:spPr>
      </p:sp>
      <p:sp>
        <p:nvSpPr>
          <p:cNvPr id="13" name="Shape 11"/>
          <p:cNvSpPr/>
          <p:nvPr/>
        </p:nvSpPr>
        <p:spPr>
          <a:xfrm>
            <a:off x="7058350" y="6216332"/>
            <a:ext cx="641668" cy="641668"/>
          </a:xfrm>
          <a:prstGeom prst="rect">
            <a:avLst/>
          </a:prstGeom>
          <a:solidFill>
            <a:srgbClr val="C2432B"/>
          </a:solidFill>
          <a:ln w="12700">
            <a:solidFill>
              <a:srgbClr val="C2432B"/>
            </a:solidFill>
            <a:prstDash val="solid"/>
          </a:ln>
        </p:spPr>
      </p:sp>
      <p:sp>
        <p:nvSpPr>
          <p:cNvPr id="14" name="Shape 12"/>
          <p:cNvSpPr/>
          <p:nvPr/>
        </p:nvSpPr>
        <p:spPr>
          <a:xfrm>
            <a:off x="7700018" y="6216332"/>
            <a:ext cx="641668" cy="641668"/>
          </a:xfrm>
          <a:prstGeom prst="rect">
            <a:avLst/>
          </a:prstGeom>
          <a:solidFill>
            <a:srgbClr val="F4EEE3"/>
          </a:solidFill>
          <a:ln w="12700">
            <a:solidFill>
              <a:srgbClr val="F4EEE3"/>
            </a:solidFill>
            <a:prstDash val="solid"/>
          </a:ln>
        </p:spPr>
      </p:sp>
      <p:sp>
        <p:nvSpPr>
          <p:cNvPr id="15" name="Shape 13"/>
          <p:cNvSpPr/>
          <p:nvPr/>
        </p:nvSpPr>
        <p:spPr>
          <a:xfrm>
            <a:off x="8341686" y="6216332"/>
            <a:ext cx="641668" cy="641668"/>
          </a:xfrm>
          <a:prstGeom prst="rect">
            <a:avLst/>
          </a:prstGeom>
          <a:solidFill>
            <a:srgbClr val="C2432B"/>
          </a:solidFill>
          <a:ln w="12700">
            <a:solidFill>
              <a:srgbClr val="C2432B"/>
            </a:solidFill>
            <a:prstDash val="solid"/>
          </a:ln>
        </p:spPr>
      </p:sp>
      <p:sp>
        <p:nvSpPr>
          <p:cNvPr id="16" name="Shape 14"/>
          <p:cNvSpPr/>
          <p:nvPr/>
        </p:nvSpPr>
        <p:spPr>
          <a:xfrm>
            <a:off x="8983354" y="6216332"/>
            <a:ext cx="641668" cy="641668"/>
          </a:xfrm>
          <a:prstGeom prst="rect">
            <a:avLst/>
          </a:prstGeom>
          <a:solidFill>
            <a:srgbClr val="F4EEE3"/>
          </a:solidFill>
          <a:ln w="12700">
            <a:solidFill>
              <a:srgbClr val="F4EEE3"/>
            </a:solidFill>
            <a:prstDash val="solid"/>
          </a:ln>
        </p:spPr>
      </p:sp>
      <p:sp>
        <p:nvSpPr>
          <p:cNvPr id="17" name="Shape 15"/>
          <p:cNvSpPr/>
          <p:nvPr/>
        </p:nvSpPr>
        <p:spPr>
          <a:xfrm>
            <a:off x="9625023" y="6216332"/>
            <a:ext cx="641668" cy="641668"/>
          </a:xfrm>
          <a:prstGeom prst="rect">
            <a:avLst/>
          </a:prstGeom>
          <a:solidFill>
            <a:srgbClr val="C2432B"/>
          </a:solidFill>
          <a:ln w="12700">
            <a:solidFill>
              <a:srgbClr val="C2432B"/>
            </a:solidFill>
            <a:prstDash val="solid"/>
          </a:ln>
        </p:spPr>
      </p:sp>
      <p:sp>
        <p:nvSpPr>
          <p:cNvPr id="18" name="Shape 16"/>
          <p:cNvSpPr/>
          <p:nvPr/>
        </p:nvSpPr>
        <p:spPr>
          <a:xfrm>
            <a:off x="10266691" y="6216332"/>
            <a:ext cx="641668" cy="641668"/>
          </a:xfrm>
          <a:prstGeom prst="rect">
            <a:avLst/>
          </a:prstGeom>
          <a:solidFill>
            <a:srgbClr val="F4EEE3"/>
          </a:solidFill>
          <a:ln w="12700">
            <a:solidFill>
              <a:srgbClr val="F4EEE3"/>
            </a:solidFill>
            <a:prstDash val="solid"/>
          </a:ln>
        </p:spPr>
      </p:sp>
      <p:sp>
        <p:nvSpPr>
          <p:cNvPr id="19" name="Shape 17"/>
          <p:cNvSpPr/>
          <p:nvPr/>
        </p:nvSpPr>
        <p:spPr>
          <a:xfrm>
            <a:off x="10908359" y="6216332"/>
            <a:ext cx="641668" cy="641668"/>
          </a:xfrm>
          <a:prstGeom prst="rect">
            <a:avLst/>
          </a:prstGeom>
          <a:solidFill>
            <a:srgbClr val="C2432B"/>
          </a:solidFill>
          <a:ln w="12700">
            <a:solidFill>
              <a:srgbClr val="C2432B"/>
            </a:solidFill>
            <a:prstDash val="solid"/>
          </a:ln>
        </p:spPr>
      </p:sp>
      <p:sp>
        <p:nvSpPr>
          <p:cNvPr id="20" name="Shape 18"/>
          <p:cNvSpPr/>
          <p:nvPr/>
        </p:nvSpPr>
        <p:spPr>
          <a:xfrm>
            <a:off x="11550027" y="6216332"/>
            <a:ext cx="641668" cy="641668"/>
          </a:xfrm>
          <a:prstGeom prst="rect">
            <a:avLst/>
          </a:prstGeom>
          <a:solidFill>
            <a:srgbClr val="F4EEE3"/>
          </a:solidFill>
          <a:ln w="12700">
            <a:solidFill>
              <a:srgbClr val="F4EEE3"/>
            </a:solidFill>
            <a:prstDash val="solid"/>
          </a:ln>
        </p:spPr>
      </p:sp>
      <p:sp>
        <p:nvSpPr>
          <p:cNvPr id="21" name="Text 19"/>
          <p:cNvSpPr/>
          <p:nvPr/>
        </p:nvSpPr>
        <p:spPr>
          <a:xfrm>
            <a:off x="640080" y="548640"/>
            <a:ext cx="3657600" cy="274320"/>
          </a:xfrm>
          <a:prstGeom prst="rect">
            <a:avLst/>
          </a:prstGeom>
          <a:noFill/>
          <a:ln/>
        </p:spPr>
        <p:txBody>
          <a:bodyPr wrap="square" lIns="0" tIns="0" rIns="0" bIns="0" rtlCol="0" anchor="ctr"/>
          <a:lstStyle/>
          <a:p>
            <a:pPr indent="0" marL="0">
              <a:buNone/>
            </a:pPr>
            <a:r>
              <a:rPr lang="en-US" sz="1000" b="1" spc="500" kern="0" dirty="0">
                <a:solidFill>
                  <a:srgbClr val="F4EEE3"/>
                </a:solidFill>
                <a:latin typeface="Montserrat" pitchFamily="34" charset="0"/>
                <a:ea typeface="Montserrat" pitchFamily="34" charset="-122"/>
                <a:cs typeface="Montserrat" pitchFamily="34" charset="-120"/>
              </a:rPr>
              <a:t>POPTABLES</a:t>
            </a:r>
            <a:endParaRPr lang="en-US" sz="1000" dirty="0"/>
          </a:p>
        </p:txBody>
      </p:sp>
      <p:sp>
        <p:nvSpPr>
          <p:cNvPr id="22" name="Shape 20"/>
          <p:cNvSpPr/>
          <p:nvPr/>
        </p:nvSpPr>
        <p:spPr>
          <a:xfrm>
            <a:off x="11002975" y="603504"/>
            <a:ext cx="146304" cy="146304"/>
          </a:xfrm>
          <a:prstGeom prst="rect">
            <a:avLst/>
          </a:prstGeom>
          <a:solidFill>
            <a:srgbClr val="C8963A"/>
          </a:solidFill>
          <a:ln w="12700">
            <a:solidFill>
              <a:srgbClr val="C8963A"/>
            </a:solidFill>
            <a:prstDash val="solid"/>
          </a:ln>
        </p:spPr>
      </p:sp>
      <p:sp>
        <p:nvSpPr>
          <p:cNvPr id="23" name="Text 21"/>
          <p:cNvSpPr/>
          <p:nvPr/>
        </p:nvSpPr>
        <p:spPr>
          <a:xfrm>
            <a:off x="11222431" y="603504"/>
            <a:ext cx="146304" cy="146304"/>
          </a:xfrm>
          <a:prstGeom prst="ellipse">
            <a:avLst/>
          </a:prstGeom>
          <a:solidFill>
            <a:srgbClr val="C2432B"/>
          </a:solidFill>
          <a:ln>
            <a:solidFill>
              <a:srgbClr val="C2432B"/>
            </a:solidFill>
          </a:ln>
        </p:spPr>
        <p:txBody>
          <a:bodyPr wrap="square" rtlCol="0" anchor="ctr"/>
          <a:lstStyle/>
          <a:p>
            <a:pPr indent="0" marL="0">
              <a:buNone/>
            </a:pPr>
            <a:endParaRPr lang="en-US" dirty="0"/>
          </a:p>
        </p:txBody>
      </p:sp>
      <p:sp>
        <p:nvSpPr>
          <p:cNvPr id="24" name="Text 22"/>
          <p:cNvSpPr/>
          <p:nvPr/>
        </p:nvSpPr>
        <p:spPr>
          <a:xfrm>
            <a:off x="11441887" y="603504"/>
            <a:ext cx="146304" cy="146304"/>
          </a:xfrm>
          <a:prstGeom prst="triangle">
            <a:avLst/>
          </a:prstGeom>
          <a:solidFill>
            <a:srgbClr val="8FA593"/>
          </a:solidFill>
          <a:ln>
            <a:solidFill>
              <a:srgbClr val="8FA593"/>
            </a:solidFill>
          </a:ln>
        </p:spPr>
        <p:txBody>
          <a:bodyPr wrap="square" rtlCol="0" anchor="ctr"/>
          <a:lstStyle/>
          <a:p>
            <a:pPr indent="0" marL="0">
              <a:buNone/>
            </a:pPr>
            <a:endParaRPr lang="en-US" dirty="0"/>
          </a:p>
        </p:txBody>
      </p:sp>
      <p:sp>
        <p:nvSpPr>
          <p:cNvPr id="25" name="Titre"/>
          <p:cNvSpPr/>
          <p:nvPr>
            <p:ph idx="123" type="title" hasCustomPrompt="1"/>
          </p:nvPr>
        </p:nvSpPr>
        <p:spPr>
          <a:xfrm>
            <a:off x="640080" y="1737360"/>
            <a:ext cx="8229600" cy="1463040"/>
          </a:xfrm>
          <a:prstGeom prst="rect">
            <a:avLst/>
          </a:prstGeom>
          <a:noFill/>
          <a:ln/>
        </p:spPr>
        <p:txBody>
          <a:bodyPr wrap="square" rtlCol="0"/>
          <a:lstStyle>
            <a:lvl1pPr algn="l" indent="0" marL="0">
              <a:buNone/>
              <a:defRPr lang="en-US" sz="6400" dirty="0">
                <a:solidFill>
                  <a:srgbClr val="F4EEE3"/>
                </a:solidFill>
                <a:latin typeface="Playfair Display" pitchFamily="34" charset="0"/>
                <a:ea typeface="Playfair Display" pitchFamily="34" charset="-122"/>
                <a:cs typeface="Playfair Display" pitchFamily="34" charset="-120"/>
              </a:defRPr>
            </a:lvl1pPr>
          </a:lstStyle>
          <a:p>
            <a:pPr algn="l" indent="0" marL="0">
              <a:buNone/>
            </a:pPr>
            <a:r>
              <a:rPr lang="en-US" sz="6400" dirty="0">
                <a:solidFill>
                  <a:srgbClr val="F4EEE3"/>
                </a:solidFill>
                <a:latin typeface="Playfair Display" pitchFamily="34" charset="0"/>
                <a:ea typeface="Playfair Display" pitchFamily="34" charset="-122"/>
                <a:cs typeface="Playfair Display" pitchFamily="34" charset="-120"/>
              </a:rPr>
              <a:t>Merci</a:t>
            </a:r>
            <a:endParaRPr lang="en-US" sz="6400" dirty="0"/>
          </a:p>
        </p:txBody>
      </p:sp>
      <p:sp>
        <p:nvSpPr>
          <p:cNvPr id="26" name="Shape 23"/>
          <p:cNvSpPr/>
          <p:nvPr/>
        </p:nvSpPr>
        <p:spPr>
          <a:xfrm>
            <a:off x="640080" y="3429000"/>
            <a:ext cx="731520" cy="54864"/>
          </a:xfrm>
          <a:prstGeom prst="rect">
            <a:avLst/>
          </a:prstGeom>
          <a:solidFill>
            <a:srgbClr val="C8963A"/>
          </a:solidFill>
          <a:ln w="12700">
            <a:solidFill>
              <a:srgbClr val="C8963A"/>
            </a:solidFill>
            <a:prstDash val="solid"/>
          </a:ln>
        </p:spPr>
      </p:sp>
      <p:sp>
        <p:nvSpPr>
          <p:cNvPr id="27" name="Contact"/>
          <p:cNvSpPr/>
          <p:nvPr>
            <p:ph idx="125" type="body" hasCustomPrompt="1"/>
          </p:nvPr>
        </p:nvSpPr>
        <p:spPr>
          <a:xfrm>
            <a:off x="640080" y="3657600"/>
            <a:ext cx="6400800" cy="1463040"/>
          </a:xfrm>
          <a:prstGeom prst="rect">
            <a:avLst/>
          </a:prstGeom>
          <a:noFill/>
          <a:ln/>
        </p:spPr>
        <p:txBody>
          <a:bodyPr wrap="square" rtlCol="0"/>
          <a:lstStyle>
            <a:lvl1pPr algn="l" indent="0" marL="0">
              <a:buNone/>
              <a:defRPr lang="en-US" sz="1400" dirty="0">
                <a:solidFill>
                  <a:srgbClr val="D9D2E3"/>
                </a:solidFill>
                <a:latin typeface="Montserrat" pitchFamily="34" charset="0"/>
                <a:ea typeface="Montserrat" pitchFamily="34" charset="-122"/>
                <a:cs typeface="Montserrat" pitchFamily="34" charset="-120"/>
              </a:defRPr>
            </a:lvl1pPr>
          </a:lstStyle>
          <a:p>
            <a:pPr algn="l" indent="0" marL="0">
              <a:buNone/>
            </a:pPr>
            <a:r>
              <a:rPr lang="en-US" sz="1400" dirty="0">
                <a:solidFill>
                  <a:srgbClr val="D9D2E3"/>
                </a:solidFill>
                <a:latin typeface="Montserrat" pitchFamily="34" charset="0"/>
                <a:ea typeface="Montserrat" pitchFamily="34" charset="-122"/>
                <a:cs typeface="Montserrat" pitchFamily="34" charset="-120"/>
              </a:rPr>
              <a:t>Nom · fonction</a:t>
            </a:r>
            <a:endParaRPr lang="en-US" sz="1400" dirty="0"/>
          </a:p>
          <a:p>
            <a:pPr algn="l" indent="0" marL="0">
              <a:buNone/>
            </a:pPr>
            <a:r>
              <a:rPr lang="en-US" sz="1400" dirty="0">
                <a:solidFill>
                  <a:srgbClr val="D9D2E3"/>
                </a:solidFill>
                <a:latin typeface="Montserrat" pitchFamily="34" charset="0"/>
                <a:ea typeface="Montserrat" pitchFamily="34" charset="-122"/>
                <a:cs typeface="Montserrat" pitchFamily="34" charset="-120"/>
              </a:rPr>
              <a:t>adresse@poptables.com</a:t>
            </a:r>
            <a:endParaRPr lang="en-US" sz="1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55664"/>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6670"/>
                </a:solidFill>
                <a:latin typeface="Montserrat"/>
                <a:ea typeface="Montserrat"/>
                <a:cs typeface="Montserrat"/>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26"/>
          </p:nvPr>
        </p:nvSpPr>
        <p:spPr/>
        <p:txBody>
          <a:bodyPr/>
          <a:lstStyle/>
          <a:p>
            <a:r>
              <a:t>01</a:t>
            </a:r>
          </a:p>
        </p:txBody>
      </p:sp>
      <p:sp>
        <p:nvSpPr>
          <p:cNvPr id="3" name="Title 2"/>
          <p:cNvSpPr>
            <a:spLocks noGrp="1"/>
          </p:cNvSpPr>
          <p:nvPr>
            <p:ph type="title" idx="128"/>
          </p:nvPr>
        </p:nvSpPr>
        <p:spPr/>
        <p:txBody>
          <a:bodyPr/>
          <a:lstStyle/>
          <a:p>
            <a:r>
              <a:t>Philosophie du projet</a:t>
            </a:r>
          </a:p>
        </p:txBody>
      </p:sp>
      <p:sp>
        <p:nvSpPr>
          <p:cNvPr id="4" name="Text Placeholder 3"/>
          <p:cNvSpPr>
            <a:spLocks noGrp="1"/>
          </p:cNvSpPr>
          <p:nvPr>
            <p:ph type="body" idx="129"/>
          </p:nvPr>
        </p:nvSpPr>
        <p:spPr/>
        <p:txBody>
          <a:bodyPr/>
          <a:lstStyle/>
          <a:p>
            <a:r>
              <a:t>Offrir ce qui ne s’achète pas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6"/>
          </p:nvPr>
        </p:nvSpPr>
        <p:spPr/>
        <p:txBody>
          <a:bodyPr/>
          <a:lstStyle/>
          <a:p>
            <a:r>
              <a:t>PHILOSOPHIE DU PROJET</a:t>
            </a:r>
          </a:p>
        </p:txBody>
      </p:sp>
      <p:sp>
        <p:nvSpPr>
          <p:cNvPr id="3" name="Title 2"/>
          <p:cNvSpPr>
            <a:spLocks noGrp="1"/>
          </p:cNvSpPr>
          <p:nvPr>
            <p:ph type="title" idx="107"/>
          </p:nvPr>
        </p:nvSpPr>
        <p:spPr/>
        <p:txBody>
          <a:bodyPr/>
          <a:lstStyle/>
          <a:p>
            <a:r>
              <a:t>Un chef introuvable et mystérieux. Un lieu rare. Une nuit éphémère.</a:t>
            </a:r>
          </a:p>
        </p:txBody>
      </p:sp>
      <p:sp>
        <p:nvSpPr>
          <p:cNvPr id="4" name="Text Placeholder 3"/>
          <p:cNvSpPr>
            <a:spLocks noGrp="1"/>
          </p:cNvSpPr>
          <p:nvPr>
            <p:ph type="body" idx="108"/>
          </p:nvPr>
        </p:nvSpPr>
        <p:spPr/>
        <p:txBody>
          <a:bodyPr/>
          <a:lstStyle/>
          <a:p>
            <a:pPr>
              <a:spcAft>
                <a:spcPts val="1200"/>
              </a:spcAft>
            </a:pPr>
            <a:r>
              <a:rPr sz="2200"/>
              <a:t>Bref, un coup d’un soir…</a:t>
            </a:r>
          </a:p>
          <a:p>
            <a:pPr>
              <a:spcAft>
                <a:spcPts val="1200"/>
              </a:spcAft>
            </a:pPr>
            <a:r>
              <a:rPr sz="2200"/>
              <a:t>Une pièce jamais rejouée, à jamais inscrite dans son cœur.</a:t>
            </a:r>
          </a:p>
        </p:txBody>
      </p:sp>
      <p:sp>
        <p:nvSpPr>
          <p:cNvPr id="5" name="Text Placeholder 4"/>
          <p:cNvSpPr>
            <a:spLocks noGrp="1"/>
          </p:cNvSpPr>
          <p:nvPr>
            <p:ph type="body" idx="110"/>
          </p:nvPr>
        </p:nvSpPr>
        <p:spPr/>
        <p:txBody>
          <a:bodyPr/>
          <a:lstStyle/>
          <a:p>
            <a:r>
              <a:t>« On ne se baigne jamais deux fois dans le même fleuve. »</a:t>
            </a:r>
          </a:p>
          <a:p>
            <a:r>
              <a:t>Héraclite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26"/>
          </p:nvPr>
        </p:nvSpPr>
        <p:spPr/>
        <p:txBody>
          <a:bodyPr/>
          <a:lstStyle/>
          <a:p>
            <a:r>
              <a:t>02</a:t>
            </a:r>
          </a:p>
        </p:txBody>
      </p:sp>
      <p:sp>
        <p:nvSpPr>
          <p:cNvPr id="3" name="Title 2"/>
          <p:cNvSpPr>
            <a:spLocks noGrp="1"/>
          </p:cNvSpPr>
          <p:nvPr>
            <p:ph type="title" idx="128"/>
          </p:nvPr>
        </p:nvSpPr>
        <p:spPr/>
        <p:txBody>
          <a:bodyPr/>
          <a:lstStyle/>
          <a:p>
            <a:r>
              <a:t>Problème et cible</a:t>
            </a:r>
          </a:p>
        </p:txBody>
      </p:sp>
      <p:sp>
        <p:nvSpPr>
          <p:cNvPr id="4" name="Text Placeholder 3"/>
          <p:cNvSpPr>
            <a:spLocks noGrp="1"/>
          </p:cNvSpPr>
          <p:nvPr>
            <p:ph type="body" idx="129"/>
          </p:nvPr>
        </p:nvSpPr>
        <p:spPr/>
        <p:txBody>
          <a:bodyPr/>
          <a:lstStyle/>
          <a:p>
            <a:r>
              <a:t>Le projet, nos clients, notre plan marketing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6"/>
          </p:nvPr>
        </p:nvSpPr>
        <p:spPr/>
        <p:txBody>
          <a:bodyPr/>
          <a:lstStyle/>
          <a:p>
            <a:r>
              <a:t>PROBLÈME ET CIBLE</a:t>
            </a:r>
          </a:p>
        </p:txBody>
      </p:sp>
      <p:sp>
        <p:nvSpPr>
          <p:cNvPr id="3" name="Title 2"/>
          <p:cNvSpPr>
            <a:spLocks noGrp="1"/>
          </p:cNvSpPr>
          <p:nvPr>
            <p:ph type="title" idx="107"/>
          </p:nvPr>
        </p:nvSpPr>
        <p:spPr/>
        <p:txBody>
          <a:bodyPr/>
          <a:lstStyle/>
          <a:p>
            <a:r>
              <a:t>Privilégiés, peut-être, parfois. Rebelles, toujours</a:t>
            </a:r>
          </a:p>
        </p:txBody>
      </p:sp>
      <p:sp>
        <p:nvSpPr>
          <p:cNvPr id="4" name="Description"/>
          <p:cNvSpPr txBox="1"/>
          <p:nvPr/>
        </p:nvSpPr>
        <p:spPr>
          <a:xfrm>
            <a:off x="640080" y="2011680"/>
            <a:ext cx="10908792" cy="548640"/>
          </a:xfrm>
          <a:prstGeom prst="rect">
            <a:avLst/>
          </a:prstGeom>
          <a:noFill/>
        </p:spPr>
        <p:txBody>
          <a:bodyPr wrap="square" lIns="0" rIns="0" tIns="0" bIns="0">
            <a:spAutoFit/>
          </a:bodyPr>
          <a:lstStyle/>
          <a:p>
            <a:pPr>
              <a:spcAft>
                <a:spcPts val="0"/>
              </a:spcAft>
            </a:pPr>
            <a:r>
              <a:rPr sz="1250" b="0" i="0">
                <a:solidFill>
                  <a:srgbClr val="6B6670"/>
                </a:solidFill>
                <a:latin typeface="Montserrat"/>
              </a:rPr>
              <a:t>Pop Tables, maison de moments gastronomiques éphémères : un chef rare dans un restaurant d’exception, le soir où la route est inaccessible au plus grand nombre. Un pour tous ou tous pour un. Des drops pour éveiller la curiosité.</a:t>
            </a:r>
          </a:p>
        </p:txBody>
      </p:sp>
      <p:sp>
        <p:nvSpPr>
          <p:cNvPr id="5" name="Filet 1"/>
          <p:cNvSpPr/>
          <p:nvPr/>
        </p:nvSpPr>
        <p:spPr>
          <a:xfrm>
            <a:off x="640080" y="2743200"/>
            <a:ext cx="3392423" cy="73152"/>
          </a:xfrm>
          <a:prstGeom prst="rect">
            <a:avLst/>
          </a:prstGeom>
          <a:solidFill>
            <a:srgbClr val="C24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itre 1"/>
          <p:cNvSpPr txBox="1"/>
          <p:nvPr/>
        </p:nvSpPr>
        <p:spPr>
          <a:xfrm>
            <a:off x="640080" y="2944368"/>
            <a:ext cx="3392423" cy="411480"/>
          </a:xfrm>
          <a:prstGeom prst="rect">
            <a:avLst/>
          </a:prstGeom>
          <a:noFill/>
        </p:spPr>
        <p:txBody>
          <a:bodyPr wrap="square" lIns="0" rIns="0" tIns="0" bIns="0">
            <a:spAutoFit/>
          </a:bodyPr>
          <a:lstStyle/>
          <a:p>
            <a:pPr>
              <a:spcAft>
                <a:spcPts val="0"/>
              </a:spcAft>
            </a:pPr>
            <a:r>
              <a:rPr sz="1700" b="0" i="0">
                <a:solidFill>
                  <a:srgbClr val="1E1B2E"/>
                </a:solidFill>
                <a:latin typeface="Playfair Display"/>
              </a:rPr>
              <a:t>Le profil</a:t>
            </a:r>
          </a:p>
        </p:txBody>
      </p:sp>
      <p:sp>
        <p:nvSpPr>
          <p:cNvPr id="7" name="Texte 1"/>
          <p:cNvSpPr txBox="1"/>
          <p:nvPr/>
        </p:nvSpPr>
        <p:spPr>
          <a:xfrm>
            <a:off x="640080" y="3456432"/>
            <a:ext cx="3392423" cy="2743200"/>
          </a:xfrm>
          <a:prstGeom prst="rect">
            <a:avLst/>
          </a:prstGeom>
          <a:noFill/>
        </p:spPr>
        <p:txBody>
          <a:bodyPr wrap="square" lIns="0" rIns="0" tIns="0" bIns="0">
            <a:spAutoFit/>
          </a:bodyPr>
          <a:lstStyle/>
          <a:p>
            <a:pPr>
              <a:spcAft>
                <a:spcPts val="700"/>
              </a:spcAft>
            </a:pPr>
            <a:r>
              <a:rPr sz="1150" b="1" i="0">
                <a:solidFill>
                  <a:srgbClr val="26232F"/>
                </a:solidFill>
                <a:latin typeface="Montserrat"/>
              </a:rPr>
              <a:t>Libres. </a:t>
            </a:r>
            <a:r>
              <a:rPr sz="1150" b="0" i="0">
                <a:solidFill>
                  <a:srgbClr val="26232F"/>
                </a:solidFill>
                <a:latin typeface="Montserrat"/>
              </a:rPr>
              <a:t>Ils font ce qu’ils ont envie de faire, sans règles imposées, que cela plaise ou non.</a:t>
            </a:r>
          </a:p>
          <a:p>
            <a:pPr>
              <a:spcAft>
                <a:spcPts val="700"/>
              </a:spcAft>
            </a:pPr>
            <a:r>
              <a:rPr sz="1150" b="1" i="0">
                <a:solidFill>
                  <a:srgbClr val="26232F"/>
                </a:solidFill>
                <a:latin typeface="Montserrat"/>
              </a:rPr>
              <a:t>Entourés. </a:t>
            </a:r>
            <a:r>
              <a:rPr sz="1150" b="0" i="0">
                <a:solidFill>
                  <a:srgbClr val="26232F"/>
                </a:solidFill>
                <a:latin typeface="Montserrat"/>
              </a:rPr>
              <a:t>Ils aiment recevoir et vivent en tribu parmi ceux qu’ils aiment. Ils ne sont jamais exclusifs.</a:t>
            </a:r>
          </a:p>
          <a:p>
            <a:pPr>
              <a:spcAft>
                <a:spcPts val="700"/>
              </a:spcAft>
            </a:pPr>
            <a:r>
              <a:rPr sz="1150" b="1" i="0">
                <a:solidFill>
                  <a:srgbClr val="26232F"/>
                </a:solidFill>
                <a:latin typeface="Montserrat"/>
              </a:rPr>
              <a:t>Généreux. </a:t>
            </a:r>
            <a:r>
              <a:rPr sz="1150" b="0" i="0">
                <a:solidFill>
                  <a:srgbClr val="26232F"/>
                </a:solidFill>
                <a:latin typeface="Montserrat"/>
              </a:rPr>
              <a:t>Ils aiment offrir et faire plaisir aux autres.</a:t>
            </a:r>
          </a:p>
          <a:p>
            <a:pPr>
              <a:spcAft>
                <a:spcPts val="700"/>
              </a:spcAft>
            </a:pPr>
            <a:r>
              <a:rPr sz="1150" b="1" i="0">
                <a:solidFill>
                  <a:srgbClr val="26232F"/>
                </a:solidFill>
                <a:latin typeface="Montserrat"/>
              </a:rPr>
              <a:t>Une richesse </a:t>
            </a:r>
            <a:r>
              <a:rPr sz="1150" b="0" i="0">
                <a:solidFill>
                  <a:srgbClr val="26232F"/>
                </a:solidFill>
                <a:latin typeface="Montserrat"/>
              </a:rPr>
              <a:t>de cœur plutôt que de raison.</a:t>
            </a:r>
          </a:p>
        </p:txBody>
      </p:sp>
      <p:sp>
        <p:nvSpPr>
          <p:cNvPr id="8" name="Filet 2"/>
          <p:cNvSpPr/>
          <p:nvPr/>
        </p:nvSpPr>
        <p:spPr>
          <a:xfrm>
            <a:off x="4398264" y="2743200"/>
            <a:ext cx="3392423" cy="73152"/>
          </a:xfrm>
          <a:prstGeom prst="rect">
            <a:avLst/>
          </a:prstGeom>
          <a:solidFill>
            <a:srgbClr val="C89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itre 2"/>
          <p:cNvSpPr txBox="1"/>
          <p:nvPr/>
        </p:nvSpPr>
        <p:spPr>
          <a:xfrm>
            <a:off x="4398264" y="2944368"/>
            <a:ext cx="3392423" cy="411480"/>
          </a:xfrm>
          <a:prstGeom prst="rect">
            <a:avLst/>
          </a:prstGeom>
          <a:noFill/>
        </p:spPr>
        <p:txBody>
          <a:bodyPr wrap="square" lIns="0" rIns="0" tIns="0" bIns="0">
            <a:spAutoFit/>
          </a:bodyPr>
          <a:lstStyle/>
          <a:p>
            <a:pPr>
              <a:spcAft>
                <a:spcPts val="0"/>
              </a:spcAft>
            </a:pPr>
            <a:r>
              <a:rPr sz="1700" b="0" i="0">
                <a:solidFill>
                  <a:srgbClr val="1E1B2E"/>
                </a:solidFill>
                <a:latin typeface="Playfair Display"/>
              </a:rPr>
              <a:t>Les cibles</a:t>
            </a:r>
          </a:p>
        </p:txBody>
      </p:sp>
      <p:sp>
        <p:nvSpPr>
          <p:cNvPr id="10" name="Texte 2"/>
          <p:cNvSpPr txBox="1"/>
          <p:nvPr/>
        </p:nvSpPr>
        <p:spPr>
          <a:xfrm>
            <a:off x="4398264" y="3456432"/>
            <a:ext cx="3392423" cy="2743200"/>
          </a:xfrm>
          <a:prstGeom prst="rect">
            <a:avLst/>
          </a:prstGeom>
          <a:noFill/>
        </p:spPr>
        <p:txBody>
          <a:bodyPr wrap="square" lIns="0" rIns="0" tIns="0" bIns="0">
            <a:spAutoFit/>
          </a:bodyPr>
          <a:lstStyle/>
          <a:p>
            <a:pPr>
              <a:spcAft>
                <a:spcPts val="700"/>
              </a:spcAft>
            </a:pPr>
            <a:r>
              <a:rPr sz="1150" b="1" i="0">
                <a:solidFill>
                  <a:srgbClr val="26232F"/>
                </a:solidFill>
                <a:latin typeface="Montserrat"/>
              </a:rPr>
              <a:t>La culture du « drop ». </a:t>
            </a:r>
            <a:r>
              <a:rPr sz="1150" b="0" i="0">
                <a:solidFill>
                  <a:srgbClr val="26232F"/>
                </a:solidFill>
                <a:latin typeface="Montserrat"/>
              </a:rPr>
              <a:t>Foodies, clientèle aisée, résidents et visiteurs.</a:t>
            </a:r>
          </a:p>
          <a:p>
            <a:pPr>
              <a:spcAft>
                <a:spcPts val="700"/>
              </a:spcAft>
            </a:pPr>
            <a:r>
              <a:rPr sz="1150" b="1" i="0">
                <a:solidFill>
                  <a:srgbClr val="26232F"/>
                </a:solidFill>
                <a:latin typeface="Montserrat"/>
              </a:rPr>
              <a:t>Privatisation entre amis. </a:t>
            </a:r>
            <a:r>
              <a:rPr sz="1150" b="0" i="0">
                <a:solidFill>
                  <a:srgbClr val="26232F"/>
                </a:solidFill>
                <a:latin typeface="Montserrat"/>
              </a:rPr>
              <a:t>Bandes d’amis, célébrations, clubs.</a:t>
            </a:r>
          </a:p>
          <a:p>
            <a:pPr>
              <a:spcAft>
                <a:spcPts val="700"/>
              </a:spcAft>
            </a:pPr>
            <a:r>
              <a:rPr sz="1150" b="1" i="0">
                <a:solidFill>
                  <a:srgbClr val="26232F"/>
                </a:solidFill>
                <a:latin typeface="Montserrat"/>
              </a:rPr>
              <a:t>Privatisation d’entreprise. </a:t>
            </a:r>
            <a:r>
              <a:rPr sz="1150" b="0" i="0">
                <a:solidFill>
                  <a:srgbClr val="26232F"/>
                </a:solidFill>
                <a:latin typeface="Montserrat"/>
              </a:rPr>
              <a:t>Dirigeants qui reçoivent, maisons de luxe, mais pas « Fashion Week only ».</a:t>
            </a:r>
          </a:p>
          <a:p>
            <a:pPr>
              <a:spcAft>
                <a:spcPts val="700"/>
              </a:spcAft>
            </a:pPr>
            <a:r>
              <a:rPr sz="1150" b="1" i="0">
                <a:solidFill>
                  <a:srgbClr val="26232F"/>
                </a:solidFill>
                <a:latin typeface="Montserrat"/>
              </a:rPr>
              <a:t>Prescripteurs. </a:t>
            </a:r>
            <a:r>
              <a:rPr sz="1150" b="0" i="0">
                <a:solidFill>
                  <a:srgbClr val="26232F"/>
                </a:solidFill>
                <a:latin typeface="Montserrat"/>
              </a:rPr>
              <a:t>Concierges, conciergeries, banques privées.</a:t>
            </a:r>
          </a:p>
        </p:txBody>
      </p:sp>
      <p:sp>
        <p:nvSpPr>
          <p:cNvPr id="11" name="Filet 3"/>
          <p:cNvSpPr/>
          <p:nvPr/>
        </p:nvSpPr>
        <p:spPr>
          <a:xfrm>
            <a:off x="8156447" y="2743200"/>
            <a:ext cx="3392423" cy="73152"/>
          </a:xfrm>
          <a:prstGeom prst="rect">
            <a:avLst/>
          </a:prstGeom>
          <a:solidFill>
            <a:srgbClr val="8FA5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itre 3"/>
          <p:cNvSpPr txBox="1"/>
          <p:nvPr/>
        </p:nvSpPr>
        <p:spPr>
          <a:xfrm>
            <a:off x="8156447" y="2944368"/>
            <a:ext cx="3392423" cy="411480"/>
          </a:xfrm>
          <a:prstGeom prst="rect">
            <a:avLst/>
          </a:prstGeom>
          <a:noFill/>
        </p:spPr>
        <p:txBody>
          <a:bodyPr wrap="square" lIns="0" rIns="0" tIns="0" bIns="0">
            <a:spAutoFit/>
          </a:bodyPr>
          <a:lstStyle/>
          <a:p>
            <a:pPr>
              <a:spcAft>
                <a:spcPts val="0"/>
              </a:spcAft>
            </a:pPr>
            <a:r>
              <a:rPr sz="1700" b="0" i="0">
                <a:solidFill>
                  <a:srgbClr val="1E1B2E"/>
                </a:solidFill>
                <a:latin typeface="Playfair Display"/>
              </a:rPr>
              <a:t>Leurs irritants</a:t>
            </a:r>
          </a:p>
        </p:txBody>
      </p:sp>
      <p:sp>
        <p:nvSpPr>
          <p:cNvPr id="13" name="Texte 3"/>
          <p:cNvSpPr txBox="1"/>
          <p:nvPr/>
        </p:nvSpPr>
        <p:spPr>
          <a:xfrm>
            <a:off x="8156447" y="3456432"/>
            <a:ext cx="3392423" cy="2743200"/>
          </a:xfrm>
          <a:prstGeom prst="rect">
            <a:avLst/>
          </a:prstGeom>
          <a:noFill/>
        </p:spPr>
        <p:txBody>
          <a:bodyPr wrap="square" lIns="0" rIns="0" tIns="0" bIns="0">
            <a:spAutoFit/>
          </a:bodyPr>
          <a:lstStyle/>
          <a:p>
            <a:pPr>
              <a:spcAft>
                <a:spcPts val="700"/>
              </a:spcAft>
            </a:pPr>
            <a:r>
              <a:rPr sz="1150" b="1" i="0">
                <a:solidFill>
                  <a:srgbClr val="26232F"/>
                </a:solidFill>
                <a:latin typeface="Montserrat"/>
              </a:rPr>
              <a:t>Tout est réservable. </a:t>
            </a:r>
            <a:r>
              <a:rPr sz="1150" b="0" i="0">
                <a:solidFill>
                  <a:srgbClr val="26232F"/>
                </a:solidFill>
                <a:latin typeface="Montserrat"/>
              </a:rPr>
              <a:t>Les grandes tables, ils les ont déjà faites.</a:t>
            </a:r>
          </a:p>
          <a:p>
            <a:pPr>
              <a:spcAft>
                <a:spcPts val="700"/>
              </a:spcAft>
            </a:pPr>
            <a:r>
              <a:rPr sz="1150" b="1" i="0">
                <a:solidFill>
                  <a:srgbClr val="26232F"/>
                </a:solidFill>
                <a:latin typeface="Montserrat"/>
              </a:rPr>
              <a:t>Trop de règles. </a:t>
            </a:r>
            <a:r>
              <a:rPr sz="1150" b="0" i="0">
                <a:solidFill>
                  <a:srgbClr val="26232F"/>
                </a:solidFill>
                <a:latin typeface="Montserrat"/>
              </a:rPr>
              <a:t>Carte, horaires, codes : le restaurant décide pour eux.</a:t>
            </a:r>
          </a:p>
          <a:p>
            <a:pPr>
              <a:spcAft>
                <a:spcPts val="700"/>
              </a:spcAft>
            </a:pPr>
            <a:r>
              <a:rPr sz="1150" b="1" i="0">
                <a:solidFill>
                  <a:srgbClr val="26232F"/>
                </a:solidFill>
                <a:latin typeface="Montserrat"/>
              </a:rPr>
              <a:t>Recevoir, un casse-tête. </a:t>
            </a:r>
            <a:r>
              <a:rPr sz="1150" b="0" i="0">
                <a:solidFill>
                  <a:srgbClr val="26232F"/>
                </a:solidFill>
                <a:latin typeface="Montserrat"/>
              </a:rPr>
              <a:t>Réunir ceux qu’on aime pour des instants vraiment uniques.</a:t>
            </a:r>
          </a:p>
          <a:p>
            <a:pPr>
              <a:spcAft>
                <a:spcPts val="700"/>
              </a:spcAft>
            </a:pPr>
            <a:r>
              <a:rPr sz="1150" b="1" i="0">
                <a:solidFill>
                  <a:srgbClr val="26232F"/>
                </a:solidFill>
                <a:latin typeface="Montserrat"/>
              </a:rPr>
              <a:t>Le rare se banalise. </a:t>
            </a:r>
            <a:r>
              <a:rPr sz="1150" b="0" i="0">
                <a:solidFill>
                  <a:srgbClr val="26232F"/>
                </a:solidFill>
                <a:latin typeface="Montserrat"/>
              </a:rPr>
              <a:t>Ce qui est exclusif appartient trop vite au plus grand nombre.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6"/>
          </p:nvPr>
        </p:nvSpPr>
        <p:spPr/>
        <p:txBody>
          <a:bodyPr/>
          <a:lstStyle/>
          <a:p>
            <a:r>
              <a:t>PLAN MARKETING</a:t>
            </a:r>
          </a:p>
        </p:txBody>
      </p:sp>
      <p:sp>
        <p:nvSpPr>
          <p:cNvPr id="3" name="Title 2"/>
          <p:cNvSpPr>
            <a:spLocks noGrp="1"/>
          </p:cNvSpPr>
          <p:nvPr>
            <p:ph type="title" idx="107"/>
          </p:nvPr>
        </p:nvSpPr>
        <p:spPr/>
        <p:txBody>
          <a:bodyPr/>
          <a:lstStyle/>
          <a:p>
            <a:r>
              <a:t>Le drop crée le désir, les privatisations créent la valeur</a:t>
            </a:r>
          </a:p>
        </p:txBody>
      </p:sp>
      <p:sp>
        <p:nvSpPr>
          <p:cNvPr id="4" name="Filet 1"/>
          <p:cNvSpPr/>
          <p:nvPr/>
        </p:nvSpPr>
        <p:spPr>
          <a:xfrm>
            <a:off x="640080" y="2331720"/>
            <a:ext cx="3392423" cy="73152"/>
          </a:xfrm>
          <a:prstGeom prst="rect">
            <a:avLst/>
          </a:prstGeom>
          <a:solidFill>
            <a:srgbClr val="C24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itre 1"/>
          <p:cNvSpPr txBox="1"/>
          <p:nvPr/>
        </p:nvSpPr>
        <p:spPr>
          <a:xfrm>
            <a:off x="640080" y="2532888"/>
            <a:ext cx="3392423" cy="411480"/>
          </a:xfrm>
          <a:prstGeom prst="rect">
            <a:avLst/>
          </a:prstGeom>
          <a:noFill/>
        </p:spPr>
        <p:txBody>
          <a:bodyPr wrap="square" lIns="0" rIns="0" tIns="0" bIns="0">
            <a:spAutoFit/>
          </a:bodyPr>
          <a:lstStyle/>
          <a:p>
            <a:pPr>
              <a:spcAft>
                <a:spcPts val="0"/>
              </a:spcAft>
            </a:pPr>
            <a:r>
              <a:rPr sz="1700" b="0" i="0">
                <a:solidFill>
                  <a:srgbClr val="1E1B2E"/>
                </a:solidFill>
                <a:latin typeface="Playfair Display"/>
              </a:rPr>
              <a:t>Faire désirer : le drop</a:t>
            </a:r>
          </a:p>
        </p:txBody>
      </p:sp>
      <p:sp>
        <p:nvSpPr>
          <p:cNvPr id="6" name="Texte 1"/>
          <p:cNvSpPr txBox="1"/>
          <p:nvPr/>
        </p:nvSpPr>
        <p:spPr>
          <a:xfrm>
            <a:off x="640080" y="3044952"/>
            <a:ext cx="3392423" cy="2743200"/>
          </a:xfrm>
          <a:prstGeom prst="rect">
            <a:avLst/>
          </a:prstGeom>
          <a:noFill/>
        </p:spPr>
        <p:txBody>
          <a:bodyPr wrap="square" lIns="0" rIns="0" tIns="0" bIns="0">
            <a:spAutoFit/>
          </a:bodyPr>
          <a:lstStyle/>
          <a:p>
            <a:pPr>
              <a:spcAft>
                <a:spcPts val="700"/>
              </a:spcAft>
            </a:pPr>
            <a:r>
              <a:rPr sz="1150" b="1" i="0">
                <a:solidFill>
                  <a:srgbClr val="26232F"/>
                </a:solidFill>
                <a:latin typeface="Montserrat"/>
              </a:rPr>
              <a:t>Une soirée par mois et par ville, </a:t>
            </a:r>
            <a:r>
              <a:rPr sz="1150" b="0" i="0">
                <a:solidFill>
                  <a:srgbClr val="26232F"/>
                </a:solidFill>
                <a:latin typeface="Montserrat"/>
              </a:rPr>
              <a:t>annoncée comme un « secret partagé ».</a:t>
            </a:r>
          </a:p>
          <a:p>
            <a:pPr>
              <a:spcAft>
                <a:spcPts val="700"/>
              </a:spcAft>
            </a:pPr>
            <a:r>
              <a:rPr sz="1150" b="1" i="0">
                <a:solidFill>
                  <a:srgbClr val="26232F"/>
                </a:solidFill>
                <a:latin typeface="Montserrat"/>
              </a:rPr>
              <a:t>La liste privée </a:t>
            </a:r>
            <a:r>
              <a:rPr sz="1150" b="0" i="0">
                <a:solidFill>
                  <a:srgbClr val="26232F"/>
                </a:solidFill>
                <a:latin typeface="Montserrat"/>
              </a:rPr>
              <a:t>a 48 heures d’avance ; la vente se ferme quand la salle est pleine.</a:t>
            </a:r>
          </a:p>
          <a:p>
            <a:pPr>
              <a:spcAft>
                <a:spcPts val="700"/>
              </a:spcAft>
            </a:pPr>
            <a:r>
              <a:rPr sz="1150" b="1" i="0">
                <a:solidFill>
                  <a:srgbClr val="26232F"/>
                </a:solidFill>
                <a:latin typeface="Montserrat"/>
              </a:rPr>
              <a:t>Le chef signe chaque drop ; </a:t>
            </a:r>
            <a:r>
              <a:rPr sz="1150" b="0" i="0">
                <a:solidFill>
                  <a:srgbClr val="26232F"/>
                </a:solidFill>
                <a:latin typeface="Montserrat"/>
              </a:rPr>
              <a:t>le lieu reste suggéré (type, arrondissement) jusqu’au jour même.</a:t>
            </a:r>
          </a:p>
        </p:txBody>
      </p:sp>
      <p:sp>
        <p:nvSpPr>
          <p:cNvPr id="7" name="Filet 2"/>
          <p:cNvSpPr/>
          <p:nvPr/>
        </p:nvSpPr>
        <p:spPr>
          <a:xfrm>
            <a:off x="4398264" y="2331720"/>
            <a:ext cx="3392423" cy="73152"/>
          </a:xfrm>
          <a:prstGeom prst="rect">
            <a:avLst/>
          </a:prstGeom>
          <a:solidFill>
            <a:srgbClr val="C89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itre 2"/>
          <p:cNvSpPr txBox="1"/>
          <p:nvPr/>
        </p:nvSpPr>
        <p:spPr>
          <a:xfrm>
            <a:off x="4398264" y="2532888"/>
            <a:ext cx="3392423" cy="411480"/>
          </a:xfrm>
          <a:prstGeom prst="rect">
            <a:avLst/>
          </a:prstGeom>
          <a:noFill/>
        </p:spPr>
        <p:txBody>
          <a:bodyPr wrap="square" lIns="0" rIns="0" tIns="0" bIns="0">
            <a:spAutoFit/>
          </a:bodyPr>
          <a:lstStyle/>
          <a:p>
            <a:pPr>
              <a:spcAft>
                <a:spcPts val="0"/>
              </a:spcAft>
            </a:pPr>
            <a:r>
              <a:rPr sz="1700" b="0" i="0">
                <a:solidFill>
                  <a:srgbClr val="1E1B2E"/>
                </a:solidFill>
                <a:latin typeface="Playfair Display"/>
              </a:rPr>
              <a:t>Faire prescrire</a:t>
            </a:r>
          </a:p>
        </p:txBody>
      </p:sp>
      <p:sp>
        <p:nvSpPr>
          <p:cNvPr id="9" name="Texte 2"/>
          <p:cNvSpPr txBox="1"/>
          <p:nvPr/>
        </p:nvSpPr>
        <p:spPr>
          <a:xfrm>
            <a:off x="4398264" y="3044952"/>
            <a:ext cx="3392423" cy="2743200"/>
          </a:xfrm>
          <a:prstGeom prst="rect">
            <a:avLst/>
          </a:prstGeom>
          <a:noFill/>
        </p:spPr>
        <p:txBody>
          <a:bodyPr wrap="square" lIns="0" rIns="0" tIns="0" bIns="0">
            <a:spAutoFit/>
          </a:bodyPr>
          <a:lstStyle/>
          <a:p>
            <a:pPr>
              <a:spcAft>
                <a:spcPts val="700"/>
              </a:spcAft>
            </a:pPr>
            <a:r>
              <a:rPr sz="1150" b="1" i="0">
                <a:solidFill>
                  <a:srgbClr val="26232F"/>
                </a:solidFill>
                <a:latin typeface="Montserrat"/>
              </a:rPr>
              <a:t>Les concierges des 13 palaces parisiens, </a:t>
            </a:r>
            <a:r>
              <a:rPr sz="1150" b="0" i="0">
                <a:solidFill>
                  <a:srgbClr val="26232F"/>
                </a:solidFill>
                <a:latin typeface="Montserrat"/>
              </a:rPr>
              <a:t>invités aux pilotes et au lancement, puis une place offerte par soirée.</a:t>
            </a:r>
          </a:p>
          <a:p>
            <a:pPr>
              <a:spcAft>
                <a:spcPts val="700"/>
              </a:spcAft>
            </a:pPr>
            <a:r>
              <a:rPr sz="1150" b="1" i="0">
                <a:solidFill>
                  <a:srgbClr val="26232F"/>
                </a:solidFill>
                <a:latin typeface="Montserrat"/>
              </a:rPr>
              <a:t>Des créateurs invités </a:t>
            </a:r>
            <a:r>
              <a:rPr sz="1150" b="0" i="0">
                <a:solidFill>
                  <a:srgbClr val="26232F"/>
                </a:solidFill>
                <a:latin typeface="Montserrat"/>
              </a:rPr>
              <a:t>comme convives, jamais rémunérés.</a:t>
            </a:r>
          </a:p>
          <a:p>
            <a:pPr>
              <a:spcAft>
                <a:spcPts val="700"/>
              </a:spcAft>
            </a:pPr>
            <a:r>
              <a:rPr sz="1150" b="1" i="0">
                <a:solidFill>
                  <a:srgbClr val="26232F"/>
                </a:solidFill>
                <a:latin typeface="Montserrat"/>
              </a:rPr>
              <a:t>Un message dans la presse </a:t>
            </a:r>
            <a:r>
              <a:rPr sz="1150" b="0" i="0">
                <a:solidFill>
                  <a:srgbClr val="26232F"/>
                </a:solidFill>
                <a:latin typeface="Montserrat"/>
              </a:rPr>
              <a:t>rare et sélectif.</a:t>
            </a:r>
          </a:p>
        </p:txBody>
      </p:sp>
      <p:sp>
        <p:nvSpPr>
          <p:cNvPr id="10" name="Filet 3"/>
          <p:cNvSpPr/>
          <p:nvPr/>
        </p:nvSpPr>
        <p:spPr>
          <a:xfrm>
            <a:off x="8156447" y="2331720"/>
            <a:ext cx="3392423" cy="73152"/>
          </a:xfrm>
          <a:prstGeom prst="rect">
            <a:avLst/>
          </a:prstGeom>
          <a:solidFill>
            <a:srgbClr val="8FA5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itre 3"/>
          <p:cNvSpPr txBox="1"/>
          <p:nvPr/>
        </p:nvSpPr>
        <p:spPr>
          <a:xfrm>
            <a:off x="8156447" y="2532888"/>
            <a:ext cx="3392423" cy="411480"/>
          </a:xfrm>
          <a:prstGeom prst="rect">
            <a:avLst/>
          </a:prstGeom>
          <a:noFill/>
        </p:spPr>
        <p:txBody>
          <a:bodyPr wrap="square" lIns="0" rIns="0" tIns="0" bIns="0">
            <a:spAutoFit/>
          </a:bodyPr>
          <a:lstStyle/>
          <a:p>
            <a:pPr>
              <a:spcAft>
                <a:spcPts val="0"/>
              </a:spcAft>
            </a:pPr>
            <a:r>
              <a:rPr sz="1700" b="0" i="0">
                <a:solidFill>
                  <a:srgbClr val="1E1B2E"/>
                </a:solidFill>
                <a:latin typeface="Playfair Display"/>
              </a:rPr>
              <a:t>Privatisations : un pour tous</a:t>
            </a:r>
          </a:p>
        </p:txBody>
      </p:sp>
      <p:sp>
        <p:nvSpPr>
          <p:cNvPr id="12" name="Texte 3"/>
          <p:cNvSpPr txBox="1"/>
          <p:nvPr/>
        </p:nvSpPr>
        <p:spPr>
          <a:xfrm>
            <a:off x="8156447" y="3044952"/>
            <a:ext cx="3392423" cy="2743200"/>
          </a:xfrm>
          <a:prstGeom prst="rect">
            <a:avLst/>
          </a:prstGeom>
          <a:noFill/>
        </p:spPr>
        <p:txBody>
          <a:bodyPr wrap="square" lIns="0" rIns="0" tIns="0" bIns="0">
            <a:spAutoFit/>
          </a:bodyPr>
          <a:lstStyle/>
          <a:p>
            <a:pPr>
              <a:spcAft>
                <a:spcPts val="700"/>
              </a:spcAft>
            </a:pPr>
            <a:r>
              <a:rPr sz="1150" b="1" i="0">
                <a:solidFill>
                  <a:srgbClr val="26232F"/>
                </a:solidFill>
                <a:latin typeface="Montserrat"/>
              </a:rPr>
              <a:t>78 % du chiffre d’affaires </a:t>
            </a:r>
            <a:r>
              <a:rPr sz="1150" b="0" i="0">
                <a:solidFill>
                  <a:srgbClr val="26232F"/>
                </a:solidFill>
                <a:latin typeface="Montserrat"/>
              </a:rPr>
              <a:t>des années 2 et 3 : 7 en année 1, puis 40 par ville et par an.</a:t>
            </a:r>
          </a:p>
          <a:p>
            <a:pPr>
              <a:spcAft>
                <a:spcPts val="700"/>
              </a:spcAft>
            </a:pPr>
            <a:r>
              <a:rPr sz="1150" b="1" i="0">
                <a:solidFill>
                  <a:srgbClr val="26232F"/>
                </a:solidFill>
                <a:latin typeface="Montserrat"/>
              </a:rPr>
              <a:t>Les fondateurs sur LinkedIn, </a:t>
            </a:r>
            <a:r>
              <a:rPr sz="1150" b="0" i="0">
                <a:solidFill>
                  <a:srgbClr val="26232F"/>
                </a:solidFill>
                <a:latin typeface="Montserrat"/>
              </a:rPr>
              <a:t>les maisons de luxe et les contrats cadres.</a:t>
            </a:r>
          </a:p>
          <a:p>
            <a:pPr>
              <a:spcAft>
                <a:spcPts val="700"/>
              </a:spcAft>
            </a:pPr>
            <a:r>
              <a:rPr sz="1150" b="1" i="0">
                <a:solidFill>
                  <a:srgbClr val="26232F"/>
                </a:solidFill>
                <a:latin typeface="Montserrat"/>
              </a:rPr>
              <a:t>Un prix fixe, </a:t>
            </a:r>
            <a:r>
              <a:rPr sz="1150" b="0" i="0">
                <a:solidFill>
                  <a:srgbClr val="26232F"/>
                </a:solidFill>
                <a:latin typeface="Montserrat"/>
              </a:rPr>
              <a:t>la salle entière, un interlocuteur unique.</a:t>
            </a:r>
          </a:p>
        </p:txBody>
      </p:sp>
      <p:sp>
        <p:nvSpPr>
          <p:cNvPr id="13" name="Calendrier"/>
          <p:cNvSpPr txBox="1"/>
          <p:nvPr/>
        </p:nvSpPr>
        <p:spPr>
          <a:xfrm>
            <a:off x="640080" y="5074920"/>
            <a:ext cx="10908792" cy="457200"/>
          </a:xfrm>
          <a:prstGeom prst="rect">
            <a:avLst/>
          </a:prstGeom>
          <a:noFill/>
        </p:spPr>
        <p:txBody>
          <a:bodyPr wrap="square" lIns="0" rIns="0" tIns="0" bIns="0">
            <a:spAutoFit/>
          </a:bodyPr>
          <a:lstStyle/>
          <a:p>
            <a:pPr>
              <a:spcAft>
                <a:spcPts val="0"/>
              </a:spcAft>
            </a:pPr>
            <a:r>
              <a:rPr sz="1150" b="1" i="0">
                <a:solidFill>
                  <a:srgbClr val="1E1B2E"/>
                </a:solidFill>
                <a:latin typeface="Montserrat"/>
              </a:rPr>
              <a:t>Nov. 2026 </a:t>
            </a:r>
            <a:r>
              <a:rPr sz="1150" b="0" i="0">
                <a:solidFill>
                  <a:srgbClr val="1E1B2E"/>
                </a:solidFill>
                <a:latin typeface="Montserrat"/>
              </a:rPr>
              <a:t>site · </a:t>
            </a:r>
            <a:r>
              <a:rPr sz="1150" b="1" i="0">
                <a:solidFill>
                  <a:srgbClr val="1E1B2E"/>
                </a:solidFill>
                <a:latin typeface="Montserrat"/>
              </a:rPr>
              <a:t>Janv.–févr. 2027 </a:t>
            </a:r>
            <a:r>
              <a:rPr sz="1150" b="0" i="0">
                <a:solidFill>
                  <a:srgbClr val="1E1B2E"/>
                </a:solidFill>
                <a:latin typeface="Montserrat"/>
              </a:rPr>
              <a:t>deux pilotes · </a:t>
            </a:r>
            <a:r>
              <a:rPr sz="1150" b="1" i="0">
                <a:solidFill>
                  <a:srgbClr val="1E1B2E"/>
                </a:solidFill>
                <a:latin typeface="Montserrat"/>
              </a:rPr>
              <a:t>Mars 2027 </a:t>
            </a:r>
            <a:r>
              <a:rPr sz="1150" b="0" i="0">
                <a:solidFill>
                  <a:srgbClr val="1E1B2E"/>
                </a:solidFill>
                <a:latin typeface="Montserrat"/>
              </a:rPr>
              <a:t>soirée de lancement, puis premier drop · </a:t>
            </a:r>
            <a:r>
              <a:rPr sz="1150" b="1" i="0">
                <a:solidFill>
                  <a:srgbClr val="1E1B2E"/>
                </a:solidFill>
                <a:latin typeface="Montserrat"/>
              </a:rPr>
              <a:t>Avr. 2027 </a:t>
            </a:r>
            <a:r>
              <a:rPr sz="1150" b="0" i="0">
                <a:solidFill>
                  <a:srgbClr val="1E1B2E"/>
                </a:solidFill>
                <a:latin typeface="Montserrat"/>
              </a:rPr>
              <a:t>premières privatisations · </a:t>
            </a:r>
            <a:r>
              <a:rPr sz="1150" b="1" i="0">
                <a:solidFill>
                  <a:srgbClr val="1E1B2E"/>
                </a:solidFill>
                <a:latin typeface="Montserrat"/>
              </a:rPr>
              <a:t>Nov. 2027 </a:t>
            </a:r>
            <a:r>
              <a:rPr sz="1150" b="0" i="0">
                <a:solidFill>
                  <a:srgbClr val="1E1B2E"/>
                </a:solidFill>
                <a:latin typeface="Montserrat"/>
              </a:rPr>
              <a:t>2 villes en France · </a:t>
            </a:r>
            <a:r>
              <a:rPr sz="1150" b="1" i="0">
                <a:solidFill>
                  <a:srgbClr val="1E1B2E"/>
                </a:solidFill>
                <a:latin typeface="Montserrat"/>
              </a:rPr>
              <a:t>Nov. 2028 </a:t>
            </a:r>
            <a:r>
              <a:rPr sz="1150" b="0" i="0">
                <a:solidFill>
                  <a:srgbClr val="1E1B2E"/>
                </a:solidFill>
                <a:latin typeface="Montserrat"/>
              </a:rPr>
              <a:t>3 villes à l’étranger</a:t>
            </a:r>
          </a:p>
        </p:txBody>
      </p:sp>
      <p:sp>
        <p:nvSpPr>
          <p:cNvPr id="14" name="Source"/>
          <p:cNvSpPr txBox="1"/>
          <p:nvPr/>
        </p:nvSpPr>
        <p:spPr>
          <a:xfrm>
            <a:off x="640080" y="5687568"/>
            <a:ext cx="10908792" cy="274320"/>
          </a:xfrm>
          <a:prstGeom prst="rect">
            <a:avLst/>
          </a:prstGeom>
          <a:noFill/>
        </p:spPr>
        <p:txBody>
          <a:bodyPr wrap="square" lIns="0" rIns="0" tIns="0" bIns="0">
            <a:spAutoFit/>
          </a:bodyPr>
          <a:lstStyle/>
          <a:p>
            <a:pPr>
              <a:spcAft>
                <a:spcPts val="0"/>
              </a:spcAft>
            </a:pPr>
            <a:r>
              <a:rPr sz="900" b="0" i="0">
                <a:solidFill>
                  <a:srgbClr val="6B6670"/>
                </a:solidFill>
                <a:latin typeface="Montserrat"/>
              </a:rPr>
              <a:t>Sources : stratégie de communication (Marketing, 29/10/2026) ; budget sur 36 mois (Finance, D-21) ; Business Model Canvas V6 (D-24) ; villes (D-25). Budget de lancement : 38 000 € HT (soirée 28 000 €, campagne 10 000 €).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Playfair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ontserra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PopTables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PopTables — Masque de présentation</dc:title>
  <dc:subject>PptxGenJS Presentation</dc:subject>
  <dc:creator>PopTables</dc:creator>
  <cp:lastModifiedBy>PopTables</cp:lastModifiedBy>
  <cp:revision>1</cp:revision>
  <dcterms:created xsi:type="dcterms:W3CDTF">2026-10-29T09:17:27Z</dcterms:created>
  <dcterms:modified xsi:type="dcterms:W3CDTF">2026-10-29T09:17:27Z</dcterms:modified>
</cp:coreProperties>
</file>